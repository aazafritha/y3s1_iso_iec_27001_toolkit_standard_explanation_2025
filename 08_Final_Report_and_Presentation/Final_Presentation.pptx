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1" d="100"/>
          <a:sy n="41" d="100"/>
        </p:scale>
        <p:origin x="1090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9228F-2899-4E1A-A9FE-091969D469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936271-B227-4B22-805A-76A7378FE1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Builds customer trust and business credibility.</a:t>
          </a:r>
        </a:p>
      </dgm:t>
    </dgm:pt>
    <dgm:pt modelId="{44A12DDE-7C9B-40DD-9A33-8B5F036ADB71}" type="parTrans" cxnId="{0B775E60-6082-4C18-9C0B-E15CC602FB14}">
      <dgm:prSet/>
      <dgm:spPr/>
      <dgm:t>
        <a:bodyPr/>
        <a:lstStyle/>
        <a:p>
          <a:endParaRPr lang="en-US"/>
        </a:p>
      </dgm:t>
    </dgm:pt>
    <dgm:pt modelId="{1ABBDE63-3300-4730-9B4A-16C461DD39CC}" type="sibTrans" cxnId="{0B775E60-6082-4C18-9C0B-E15CC602FB14}">
      <dgm:prSet/>
      <dgm:spPr/>
      <dgm:t>
        <a:bodyPr/>
        <a:lstStyle/>
        <a:p>
          <a:endParaRPr lang="en-US"/>
        </a:p>
      </dgm:t>
    </dgm:pt>
    <dgm:pt modelId="{B06FFE4A-8034-4B57-BC3F-5422FA0A74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Enhances compliance and governance.</a:t>
          </a:r>
        </a:p>
      </dgm:t>
    </dgm:pt>
    <dgm:pt modelId="{1519BFF7-EC32-4666-9141-CBF3D038C327}" type="parTrans" cxnId="{F112C004-C078-4307-B442-4325B90BBB07}">
      <dgm:prSet/>
      <dgm:spPr/>
      <dgm:t>
        <a:bodyPr/>
        <a:lstStyle/>
        <a:p>
          <a:endParaRPr lang="en-US"/>
        </a:p>
      </dgm:t>
    </dgm:pt>
    <dgm:pt modelId="{F78D02D3-189F-42BE-AA14-40002F88B932}" type="sibTrans" cxnId="{F112C004-C078-4307-B442-4325B90BBB07}">
      <dgm:prSet/>
      <dgm:spPr/>
      <dgm:t>
        <a:bodyPr/>
        <a:lstStyle/>
        <a:p>
          <a:endParaRPr lang="en-US"/>
        </a:p>
      </dgm:t>
    </dgm:pt>
    <dgm:pt modelId="{AF1A1C90-D683-425B-9BB8-567D7F8ED5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security risks and promotes continual improvement.</a:t>
          </a:r>
        </a:p>
      </dgm:t>
    </dgm:pt>
    <dgm:pt modelId="{554F15E2-ECF8-45DC-959E-C995D0C799B1}" type="parTrans" cxnId="{E7FD377D-1D18-49D4-9E0F-3C1C236CBE56}">
      <dgm:prSet/>
      <dgm:spPr/>
      <dgm:t>
        <a:bodyPr/>
        <a:lstStyle/>
        <a:p>
          <a:endParaRPr lang="en-US"/>
        </a:p>
      </dgm:t>
    </dgm:pt>
    <dgm:pt modelId="{DBF868CE-B65A-4140-99A2-FE8E58828038}" type="sibTrans" cxnId="{E7FD377D-1D18-49D4-9E0F-3C1C236CBE56}">
      <dgm:prSet/>
      <dgm:spPr/>
      <dgm:t>
        <a:bodyPr/>
        <a:lstStyle/>
        <a:p>
          <a:endParaRPr lang="en-US"/>
        </a:p>
      </dgm:t>
    </dgm:pt>
    <dgm:pt modelId="{B2CB0C52-122B-49E2-A5DE-71C1D5562691}" type="pres">
      <dgm:prSet presAssocID="{9C39228F-2899-4E1A-A9FE-091969D4690A}" presName="root" presStyleCnt="0">
        <dgm:presLayoutVars>
          <dgm:dir/>
          <dgm:resizeHandles val="exact"/>
        </dgm:presLayoutVars>
      </dgm:prSet>
      <dgm:spPr/>
    </dgm:pt>
    <dgm:pt modelId="{C3A87C6C-FF02-4B42-9FA6-DA89FE5861E8}" type="pres">
      <dgm:prSet presAssocID="{CC936271-B227-4B22-805A-76A7378FE14B}" presName="compNode" presStyleCnt="0"/>
      <dgm:spPr/>
    </dgm:pt>
    <dgm:pt modelId="{810B0632-4F99-4689-B506-3038335B62F3}" type="pres">
      <dgm:prSet presAssocID="{CC936271-B227-4B22-805A-76A7378FE14B}" presName="bgRect" presStyleLbl="bgShp" presStyleIdx="0" presStyleCnt="3"/>
      <dgm:spPr/>
    </dgm:pt>
    <dgm:pt modelId="{C527FDAB-C298-474F-801D-F46A666273BF}" type="pres">
      <dgm:prSet presAssocID="{CC936271-B227-4B22-805A-76A7378FE1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AFAC638-D0E9-434B-A75B-F9919B93B625}" type="pres">
      <dgm:prSet presAssocID="{CC936271-B227-4B22-805A-76A7378FE14B}" presName="spaceRect" presStyleCnt="0"/>
      <dgm:spPr/>
    </dgm:pt>
    <dgm:pt modelId="{1FD8B94A-A244-4F17-BCB4-C2FA71362AFF}" type="pres">
      <dgm:prSet presAssocID="{CC936271-B227-4B22-805A-76A7378FE14B}" presName="parTx" presStyleLbl="revTx" presStyleIdx="0" presStyleCnt="3">
        <dgm:presLayoutVars>
          <dgm:chMax val="0"/>
          <dgm:chPref val="0"/>
        </dgm:presLayoutVars>
      </dgm:prSet>
      <dgm:spPr/>
    </dgm:pt>
    <dgm:pt modelId="{C9129F4A-B623-43A8-9986-B93844719D4D}" type="pres">
      <dgm:prSet presAssocID="{1ABBDE63-3300-4730-9B4A-16C461DD39CC}" presName="sibTrans" presStyleCnt="0"/>
      <dgm:spPr/>
    </dgm:pt>
    <dgm:pt modelId="{95C9D3F0-6CC9-4A34-9BED-985F80055225}" type="pres">
      <dgm:prSet presAssocID="{B06FFE4A-8034-4B57-BC3F-5422FA0A74F2}" presName="compNode" presStyleCnt="0"/>
      <dgm:spPr/>
    </dgm:pt>
    <dgm:pt modelId="{DA728FFF-DF11-4788-9AE4-875438B5FAD8}" type="pres">
      <dgm:prSet presAssocID="{B06FFE4A-8034-4B57-BC3F-5422FA0A74F2}" presName="bgRect" presStyleLbl="bgShp" presStyleIdx="1" presStyleCnt="3"/>
      <dgm:spPr/>
    </dgm:pt>
    <dgm:pt modelId="{33D45B5C-6BF2-43A4-92C3-5D70DBA8CCDB}" type="pres">
      <dgm:prSet presAssocID="{B06FFE4A-8034-4B57-BC3F-5422FA0A74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4801091-8C4B-44F6-AD38-CA97B1ACAC0F}" type="pres">
      <dgm:prSet presAssocID="{B06FFE4A-8034-4B57-BC3F-5422FA0A74F2}" presName="spaceRect" presStyleCnt="0"/>
      <dgm:spPr/>
    </dgm:pt>
    <dgm:pt modelId="{67ABDCBB-D26C-4331-90BE-E2E95BCF3F51}" type="pres">
      <dgm:prSet presAssocID="{B06FFE4A-8034-4B57-BC3F-5422FA0A74F2}" presName="parTx" presStyleLbl="revTx" presStyleIdx="1" presStyleCnt="3">
        <dgm:presLayoutVars>
          <dgm:chMax val="0"/>
          <dgm:chPref val="0"/>
        </dgm:presLayoutVars>
      </dgm:prSet>
      <dgm:spPr/>
    </dgm:pt>
    <dgm:pt modelId="{D099F73A-1BAA-4A83-88E3-801DCBF078EF}" type="pres">
      <dgm:prSet presAssocID="{F78D02D3-189F-42BE-AA14-40002F88B932}" presName="sibTrans" presStyleCnt="0"/>
      <dgm:spPr/>
    </dgm:pt>
    <dgm:pt modelId="{EE0F36B4-B8FD-48BF-A2B1-91AF3347ABC4}" type="pres">
      <dgm:prSet presAssocID="{AF1A1C90-D683-425B-9BB8-567D7F8ED51C}" presName="compNode" presStyleCnt="0"/>
      <dgm:spPr/>
    </dgm:pt>
    <dgm:pt modelId="{07C3BF59-3F54-4D73-8DAA-E07F259AF63F}" type="pres">
      <dgm:prSet presAssocID="{AF1A1C90-D683-425B-9BB8-567D7F8ED51C}" presName="bgRect" presStyleLbl="bgShp" presStyleIdx="2" presStyleCnt="3"/>
      <dgm:spPr/>
    </dgm:pt>
    <dgm:pt modelId="{41BCB3C2-BFAE-4B97-89DE-423673DB42A6}" type="pres">
      <dgm:prSet presAssocID="{AF1A1C90-D683-425B-9BB8-567D7F8ED5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7CF9AD-A295-4381-A70F-61D9CD4A29AB}" type="pres">
      <dgm:prSet presAssocID="{AF1A1C90-D683-425B-9BB8-567D7F8ED51C}" presName="spaceRect" presStyleCnt="0"/>
      <dgm:spPr/>
    </dgm:pt>
    <dgm:pt modelId="{51819A97-C10C-41F6-987F-097481200695}" type="pres">
      <dgm:prSet presAssocID="{AF1A1C90-D683-425B-9BB8-567D7F8ED51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12C004-C078-4307-B442-4325B90BBB07}" srcId="{9C39228F-2899-4E1A-A9FE-091969D4690A}" destId="{B06FFE4A-8034-4B57-BC3F-5422FA0A74F2}" srcOrd="1" destOrd="0" parTransId="{1519BFF7-EC32-4666-9141-CBF3D038C327}" sibTransId="{F78D02D3-189F-42BE-AA14-40002F88B932}"/>
    <dgm:cxn modelId="{0B775E60-6082-4C18-9C0B-E15CC602FB14}" srcId="{9C39228F-2899-4E1A-A9FE-091969D4690A}" destId="{CC936271-B227-4B22-805A-76A7378FE14B}" srcOrd="0" destOrd="0" parTransId="{44A12DDE-7C9B-40DD-9A33-8B5F036ADB71}" sibTransId="{1ABBDE63-3300-4730-9B4A-16C461DD39CC}"/>
    <dgm:cxn modelId="{44658266-F32A-4047-8414-1F34D92729A2}" type="presOf" srcId="{CC936271-B227-4B22-805A-76A7378FE14B}" destId="{1FD8B94A-A244-4F17-BCB4-C2FA71362AFF}" srcOrd="0" destOrd="0" presId="urn:microsoft.com/office/officeart/2018/2/layout/IconVerticalSolidList"/>
    <dgm:cxn modelId="{E04F9457-59E6-46ED-B0F3-217F91131A28}" type="presOf" srcId="{AF1A1C90-D683-425B-9BB8-567D7F8ED51C}" destId="{51819A97-C10C-41F6-987F-097481200695}" srcOrd="0" destOrd="0" presId="urn:microsoft.com/office/officeart/2018/2/layout/IconVerticalSolidList"/>
    <dgm:cxn modelId="{E7FD377D-1D18-49D4-9E0F-3C1C236CBE56}" srcId="{9C39228F-2899-4E1A-A9FE-091969D4690A}" destId="{AF1A1C90-D683-425B-9BB8-567D7F8ED51C}" srcOrd="2" destOrd="0" parTransId="{554F15E2-ECF8-45DC-959E-C995D0C799B1}" sibTransId="{DBF868CE-B65A-4140-99A2-FE8E58828038}"/>
    <dgm:cxn modelId="{FA5BB6AA-AECB-4CA3-9AC3-ECA247DA57DF}" type="presOf" srcId="{9C39228F-2899-4E1A-A9FE-091969D4690A}" destId="{B2CB0C52-122B-49E2-A5DE-71C1D5562691}" srcOrd="0" destOrd="0" presId="urn:microsoft.com/office/officeart/2018/2/layout/IconVerticalSolidList"/>
    <dgm:cxn modelId="{97045ECF-3EBE-44C4-8638-2CF47BDE4AB8}" type="presOf" srcId="{B06FFE4A-8034-4B57-BC3F-5422FA0A74F2}" destId="{67ABDCBB-D26C-4331-90BE-E2E95BCF3F51}" srcOrd="0" destOrd="0" presId="urn:microsoft.com/office/officeart/2018/2/layout/IconVerticalSolidList"/>
    <dgm:cxn modelId="{24E380AA-92D3-4A94-85BC-CD5A28A4602D}" type="presParOf" srcId="{B2CB0C52-122B-49E2-A5DE-71C1D5562691}" destId="{C3A87C6C-FF02-4B42-9FA6-DA89FE5861E8}" srcOrd="0" destOrd="0" presId="urn:microsoft.com/office/officeart/2018/2/layout/IconVerticalSolidList"/>
    <dgm:cxn modelId="{3FD9889B-3ED5-408F-9508-5E86A68DE204}" type="presParOf" srcId="{C3A87C6C-FF02-4B42-9FA6-DA89FE5861E8}" destId="{810B0632-4F99-4689-B506-3038335B62F3}" srcOrd="0" destOrd="0" presId="urn:microsoft.com/office/officeart/2018/2/layout/IconVerticalSolidList"/>
    <dgm:cxn modelId="{B0C7A75C-2912-49FB-8DE0-CA6299B5C149}" type="presParOf" srcId="{C3A87C6C-FF02-4B42-9FA6-DA89FE5861E8}" destId="{C527FDAB-C298-474F-801D-F46A666273BF}" srcOrd="1" destOrd="0" presId="urn:microsoft.com/office/officeart/2018/2/layout/IconVerticalSolidList"/>
    <dgm:cxn modelId="{ABB6474F-F786-427D-A0F1-B15ABE01D423}" type="presParOf" srcId="{C3A87C6C-FF02-4B42-9FA6-DA89FE5861E8}" destId="{6AFAC638-D0E9-434B-A75B-F9919B93B625}" srcOrd="2" destOrd="0" presId="urn:microsoft.com/office/officeart/2018/2/layout/IconVerticalSolidList"/>
    <dgm:cxn modelId="{5CB5B1F1-0C04-419C-A2EA-1A45238575A2}" type="presParOf" srcId="{C3A87C6C-FF02-4B42-9FA6-DA89FE5861E8}" destId="{1FD8B94A-A244-4F17-BCB4-C2FA71362AFF}" srcOrd="3" destOrd="0" presId="urn:microsoft.com/office/officeart/2018/2/layout/IconVerticalSolidList"/>
    <dgm:cxn modelId="{28CF142D-95E0-471D-998E-2084E523AD67}" type="presParOf" srcId="{B2CB0C52-122B-49E2-A5DE-71C1D5562691}" destId="{C9129F4A-B623-43A8-9986-B93844719D4D}" srcOrd="1" destOrd="0" presId="urn:microsoft.com/office/officeart/2018/2/layout/IconVerticalSolidList"/>
    <dgm:cxn modelId="{8EAD51B9-7935-4723-8C55-A4A79F4D71E2}" type="presParOf" srcId="{B2CB0C52-122B-49E2-A5DE-71C1D5562691}" destId="{95C9D3F0-6CC9-4A34-9BED-985F80055225}" srcOrd="2" destOrd="0" presId="urn:microsoft.com/office/officeart/2018/2/layout/IconVerticalSolidList"/>
    <dgm:cxn modelId="{3796F484-FEE6-4D2E-A83F-B5A9DC0D6D29}" type="presParOf" srcId="{95C9D3F0-6CC9-4A34-9BED-985F80055225}" destId="{DA728FFF-DF11-4788-9AE4-875438B5FAD8}" srcOrd="0" destOrd="0" presId="urn:microsoft.com/office/officeart/2018/2/layout/IconVerticalSolidList"/>
    <dgm:cxn modelId="{F0B6F0E0-54CA-40BA-A8A9-D43B9650207B}" type="presParOf" srcId="{95C9D3F0-6CC9-4A34-9BED-985F80055225}" destId="{33D45B5C-6BF2-43A4-92C3-5D70DBA8CCDB}" srcOrd="1" destOrd="0" presId="urn:microsoft.com/office/officeart/2018/2/layout/IconVerticalSolidList"/>
    <dgm:cxn modelId="{A888EA15-DB8C-4ADB-8A39-D1F8E01F0C97}" type="presParOf" srcId="{95C9D3F0-6CC9-4A34-9BED-985F80055225}" destId="{64801091-8C4B-44F6-AD38-CA97B1ACAC0F}" srcOrd="2" destOrd="0" presId="urn:microsoft.com/office/officeart/2018/2/layout/IconVerticalSolidList"/>
    <dgm:cxn modelId="{75C42B1B-A6F8-4D2A-A593-BFDA0203CC8D}" type="presParOf" srcId="{95C9D3F0-6CC9-4A34-9BED-985F80055225}" destId="{67ABDCBB-D26C-4331-90BE-E2E95BCF3F51}" srcOrd="3" destOrd="0" presId="urn:microsoft.com/office/officeart/2018/2/layout/IconVerticalSolidList"/>
    <dgm:cxn modelId="{FC77EE38-E0E5-4228-BF08-BF1D0F6515A1}" type="presParOf" srcId="{B2CB0C52-122B-49E2-A5DE-71C1D5562691}" destId="{D099F73A-1BAA-4A83-88E3-801DCBF078EF}" srcOrd="3" destOrd="0" presId="urn:microsoft.com/office/officeart/2018/2/layout/IconVerticalSolidList"/>
    <dgm:cxn modelId="{4B446634-5F59-4372-A39A-AC8C19313A96}" type="presParOf" srcId="{B2CB0C52-122B-49E2-A5DE-71C1D5562691}" destId="{EE0F36B4-B8FD-48BF-A2B1-91AF3347ABC4}" srcOrd="4" destOrd="0" presId="urn:microsoft.com/office/officeart/2018/2/layout/IconVerticalSolidList"/>
    <dgm:cxn modelId="{7905050F-089E-4AC8-B600-E5BFBA2B8EDE}" type="presParOf" srcId="{EE0F36B4-B8FD-48BF-A2B1-91AF3347ABC4}" destId="{07C3BF59-3F54-4D73-8DAA-E07F259AF63F}" srcOrd="0" destOrd="0" presId="urn:microsoft.com/office/officeart/2018/2/layout/IconVerticalSolidList"/>
    <dgm:cxn modelId="{659ECFEB-FEFC-4C76-9ABB-3869557E43D4}" type="presParOf" srcId="{EE0F36B4-B8FD-48BF-A2B1-91AF3347ABC4}" destId="{41BCB3C2-BFAE-4B97-89DE-423673DB42A6}" srcOrd="1" destOrd="0" presId="urn:microsoft.com/office/officeart/2018/2/layout/IconVerticalSolidList"/>
    <dgm:cxn modelId="{D8B1B4F5-66BE-4806-9BEB-4588BDB7D8BD}" type="presParOf" srcId="{EE0F36B4-B8FD-48BF-A2B1-91AF3347ABC4}" destId="{1F7CF9AD-A295-4381-A70F-61D9CD4A29AB}" srcOrd="2" destOrd="0" presId="urn:microsoft.com/office/officeart/2018/2/layout/IconVerticalSolidList"/>
    <dgm:cxn modelId="{73F6EF9A-7FB7-46BC-B95B-5AEDE394BCDD}" type="presParOf" srcId="{EE0F36B4-B8FD-48BF-A2B1-91AF3347ABC4}" destId="{51819A97-C10C-41F6-987F-0974812006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D6A047-21C7-45E4-8CD2-87D542D6761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940FB5-07C7-46F5-8995-951084F3E6F7}">
      <dgm:prSet/>
      <dgm:spPr/>
      <dgm:t>
        <a:bodyPr/>
        <a:lstStyle/>
        <a:p>
          <a:r>
            <a:rPr lang="en-US"/>
            <a:t>1. Gap Assessment</a:t>
          </a:r>
        </a:p>
      </dgm:t>
    </dgm:pt>
    <dgm:pt modelId="{2618AE62-0CF4-4FC9-B1BF-2EAD0C996C23}" type="parTrans" cxnId="{296AE086-2613-42A7-BA07-F441F56DE26A}">
      <dgm:prSet/>
      <dgm:spPr/>
      <dgm:t>
        <a:bodyPr/>
        <a:lstStyle/>
        <a:p>
          <a:endParaRPr lang="en-US"/>
        </a:p>
      </dgm:t>
    </dgm:pt>
    <dgm:pt modelId="{EB62263A-6F75-4B09-A6A1-BBA2E58A2E30}" type="sibTrans" cxnId="{296AE086-2613-42A7-BA07-F441F56DE26A}">
      <dgm:prSet/>
      <dgm:spPr/>
      <dgm:t>
        <a:bodyPr/>
        <a:lstStyle/>
        <a:p>
          <a:endParaRPr lang="en-US"/>
        </a:p>
      </dgm:t>
    </dgm:pt>
    <dgm:pt modelId="{A7329D5C-697B-46D7-9AED-751E1C482605}">
      <dgm:prSet/>
      <dgm:spPr/>
      <dgm:t>
        <a:bodyPr/>
        <a:lstStyle/>
        <a:p>
          <a:r>
            <a:rPr lang="en-US"/>
            <a:t>2. Risk Assessment &amp; Treatment</a:t>
          </a:r>
        </a:p>
      </dgm:t>
    </dgm:pt>
    <dgm:pt modelId="{7F1320B3-8AB5-45BA-9C4A-A8D5A1590B4E}" type="parTrans" cxnId="{2D18A24E-9F4C-4870-AF79-667FE9B0F9BE}">
      <dgm:prSet/>
      <dgm:spPr/>
      <dgm:t>
        <a:bodyPr/>
        <a:lstStyle/>
        <a:p>
          <a:endParaRPr lang="en-US"/>
        </a:p>
      </dgm:t>
    </dgm:pt>
    <dgm:pt modelId="{34169A07-5455-4417-B6CB-2CF5963E190B}" type="sibTrans" cxnId="{2D18A24E-9F4C-4870-AF79-667FE9B0F9BE}">
      <dgm:prSet/>
      <dgm:spPr/>
      <dgm:t>
        <a:bodyPr/>
        <a:lstStyle/>
        <a:p>
          <a:endParaRPr lang="en-US"/>
        </a:p>
      </dgm:t>
    </dgm:pt>
    <dgm:pt modelId="{10102825-4E59-41D7-B4A2-40FE12F3115C}">
      <dgm:prSet/>
      <dgm:spPr/>
      <dgm:t>
        <a:bodyPr/>
        <a:lstStyle/>
        <a:p>
          <a:r>
            <a:rPr lang="en-US"/>
            <a:t>3. Statement of Applicability (SoA)</a:t>
          </a:r>
        </a:p>
      </dgm:t>
    </dgm:pt>
    <dgm:pt modelId="{1773FA19-E57B-4B0C-B166-A60CE5CF8E2B}" type="parTrans" cxnId="{F60702C5-C00C-40CE-8A95-50D963FB994F}">
      <dgm:prSet/>
      <dgm:spPr/>
      <dgm:t>
        <a:bodyPr/>
        <a:lstStyle/>
        <a:p>
          <a:endParaRPr lang="en-US"/>
        </a:p>
      </dgm:t>
    </dgm:pt>
    <dgm:pt modelId="{8A8BAF97-EE0E-46B5-84C8-AD96D7FA4A35}" type="sibTrans" cxnId="{F60702C5-C00C-40CE-8A95-50D963FB994F}">
      <dgm:prSet/>
      <dgm:spPr/>
      <dgm:t>
        <a:bodyPr/>
        <a:lstStyle/>
        <a:p>
          <a:endParaRPr lang="en-US"/>
        </a:p>
      </dgm:t>
    </dgm:pt>
    <dgm:pt modelId="{E6D39521-EF82-4CDE-BFE0-6A496D8E9298}">
      <dgm:prSet/>
      <dgm:spPr/>
      <dgm:t>
        <a:bodyPr/>
        <a:lstStyle/>
        <a:p>
          <a:r>
            <a:rPr lang="en-US"/>
            <a:t>4. Policies &amp; Procedures</a:t>
          </a:r>
        </a:p>
      </dgm:t>
    </dgm:pt>
    <dgm:pt modelId="{F6947465-835E-457A-B30B-E75BAF2503F6}" type="parTrans" cxnId="{5412D1DA-8097-4479-9B27-2C9EE5244C92}">
      <dgm:prSet/>
      <dgm:spPr/>
      <dgm:t>
        <a:bodyPr/>
        <a:lstStyle/>
        <a:p>
          <a:endParaRPr lang="en-US"/>
        </a:p>
      </dgm:t>
    </dgm:pt>
    <dgm:pt modelId="{5171FE2E-5A7A-4091-9891-8D095F9162BC}" type="sibTrans" cxnId="{5412D1DA-8097-4479-9B27-2C9EE5244C92}">
      <dgm:prSet/>
      <dgm:spPr/>
      <dgm:t>
        <a:bodyPr/>
        <a:lstStyle/>
        <a:p>
          <a:endParaRPr lang="en-US"/>
        </a:p>
      </dgm:t>
    </dgm:pt>
    <dgm:pt modelId="{6EE12DE6-D470-4278-A359-26D5931FDDDD}">
      <dgm:prSet/>
      <dgm:spPr/>
      <dgm:t>
        <a:bodyPr/>
        <a:lstStyle/>
        <a:p>
          <a:r>
            <a:rPr lang="en-US"/>
            <a:t>5. Internal Audit</a:t>
          </a:r>
        </a:p>
      </dgm:t>
    </dgm:pt>
    <dgm:pt modelId="{1D5A3DA2-3CD5-4E73-B7DB-F786C7A9E828}" type="parTrans" cxnId="{3344EC38-4E36-467E-827C-3D55DECA38AC}">
      <dgm:prSet/>
      <dgm:spPr/>
      <dgm:t>
        <a:bodyPr/>
        <a:lstStyle/>
        <a:p>
          <a:endParaRPr lang="en-US"/>
        </a:p>
      </dgm:t>
    </dgm:pt>
    <dgm:pt modelId="{03ED3875-312C-40CD-AC37-F6630A918DF2}" type="sibTrans" cxnId="{3344EC38-4E36-467E-827C-3D55DECA38AC}">
      <dgm:prSet/>
      <dgm:spPr/>
      <dgm:t>
        <a:bodyPr/>
        <a:lstStyle/>
        <a:p>
          <a:endParaRPr lang="en-US"/>
        </a:p>
      </dgm:t>
    </dgm:pt>
    <dgm:pt modelId="{C11638E3-08D8-4DCF-86B0-F068D04FCA0F}">
      <dgm:prSet/>
      <dgm:spPr/>
      <dgm:t>
        <a:bodyPr/>
        <a:lstStyle/>
        <a:p>
          <a:r>
            <a:rPr lang="en-US"/>
            <a:t>6. Management Review</a:t>
          </a:r>
        </a:p>
      </dgm:t>
    </dgm:pt>
    <dgm:pt modelId="{83D689FB-6552-4FFA-9281-6006CA08EA2F}" type="parTrans" cxnId="{D8356417-F094-48C0-8DA1-5A936C3FF333}">
      <dgm:prSet/>
      <dgm:spPr/>
      <dgm:t>
        <a:bodyPr/>
        <a:lstStyle/>
        <a:p>
          <a:endParaRPr lang="en-US"/>
        </a:p>
      </dgm:t>
    </dgm:pt>
    <dgm:pt modelId="{F0A6EEB7-D397-4F51-A60C-A1B7E98E499A}" type="sibTrans" cxnId="{D8356417-F094-48C0-8DA1-5A936C3FF333}">
      <dgm:prSet/>
      <dgm:spPr/>
      <dgm:t>
        <a:bodyPr/>
        <a:lstStyle/>
        <a:p>
          <a:endParaRPr lang="en-US"/>
        </a:p>
      </dgm:t>
    </dgm:pt>
    <dgm:pt modelId="{97BEC97D-90FA-4A1E-B581-EC5CEE1BADBF}">
      <dgm:prSet/>
      <dgm:spPr/>
      <dgm:t>
        <a:bodyPr/>
        <a:lstStyle/>
        <a:p>
          <a:r>
            <a:rPr lang="en-US"/>
            <a:t>7. Continual Improvement</a:t>
          </a:r>
        </a:p>
      </dgm:t>
    </dgm:pt>
    <dgm:pt modelId="{3FCD07EC-DDA8-4CE5-8BB3-1C7D515E2FBB}" type="parTrans" cxnId="{7F91CBE8-1A05-43F8-BF76-F34F6312EFB5}">
      <dgm:prSet/>
      <dgm:spPr/>
      <dgm:t>
        <a:bodyPr/>
        <a:lstStyle/>
        <a:p>
          <a:endParaRPr lang="en-US"/>
        </a:p>
      </dgm:t>
    </dgm:pt>
    <dgm:pt modelId="{6A32BE89-7F90-49F4-8D88-46B044E07278}" type="sibTrans" cxnId="{7F91CBE8-1A05-43F8-BF76-F34F6312EFB5}">
      <dgm:prSet/>
      <dgm:spPr/>
      <dgm:t>
        <a:bodyPr/>
        <a:lstStyle/>
        <a:p>
          <a:endParaRPr lang="en-US"/>
        </a:p>
      </dgm:t>
    </dgm:pt>
    <dgm:pt modelId="{D5B90E1A-AC8A-4AEC-AEE9-113733ACA84A}" type="pres">
      <dgm:prSet presAssocID="{E2D6A047-21C7-45E4-8CD2-87D542D6761C}" presName="Name0" presStyleCnt="0">
        <dgm:presLayoutVars>
          <dgm:dir/>
          <dgm:resizeHandles val="exact"/>
        </dgm:presLayoutVars>
      </dgm:prSet>
      <dgm:spPr/>
    </dgm:pt>
    <dgm:pt modelId="{A6AE087C-59B9-469F-AEF6-53E586BD3130}" type="pres">
      <dgm:prSet presAssocID="{2D940FB5-07C7-46F5-8995-951084F3E6F7}" presName="node" presStyleLbl="node1" presStyleIdx="0" presStyleCnt="7">
        <dgm:presLayoutVars>
          <dgm:bulletEnabled val="1"/>
        </dgm:presLayoutVars>
      </dgm:prSet>
      <dgm:spPr/>
    </dgm:pt>
    <dgm:pt modelId="{2AC84776-D9F0-454F-8650-670CD56E2017}" type="pres">
      <dgm:prSet presAssocID="{EB62263A-6F75-4B09-A6A1-BBA2E58A2E30}" presName="sibTrans" presStyleLbl="sibTrans1D1" presStyleIdx="0" presStyleCnt="6"/>
      <dgm:spPr/>
    </dgm:pt>
    <dgm:pt modelId="{FEBBCA26-26D9-407C-B80E-372DBE0064DF}" type="pres">
      <dgm:prSet presAssocID="{EB62263A-6F75-4B09-A6A1-BBA2E58A2E30}" presName="connectorText" presStyleLbl="sibTrans1D1" presStyleIdx="0" presStyleCnt="6"/>
      <dgm:spPr/>
    </dgm:pt>
    <dgm:pt modelId="{CDB91415-5BD4-4A30-B410-EF8597556A2E}" type="pres">
      <dgm:prSet presAssocID="{A7329D5C-697B-46D7-9AED-751E1C482605}" presName="node" presStyleLbl="node1" presStyleIdx="1" presStyleCnt="7">
        <dgm:presLayoutVars>
          <dgm:bulletEnabled val="1"/>
        </dgm:presLayoutVars>
      </dgm:prSet>
      <dgm:spPr/>
    </dgm:pt>
    <dgm:pt modelId="{4507ED1E-2CE7-44DC-A901-26B4AF516690}" type="pres">
      <dgm:prSet presAssocID="{34169A07-5455-4417-B6CB-2CF5963E190B}" presName="sibTrans" presStyleLbl="sibTrans1D1" presStyleIdx="1" presStyleCnt="6"/>
      <dgm:spPr/>
    </dgm:pt>
    <dgm:pt modelId="{E4E2DBAB-9DA8-4911-AC34-B26B19156662}" type="pres">
      <dgm:prSet presAssocID="{34169A07-5455-4417-B6CB-2CF5963E190B}" presName="connectorText" presStyleLbl="sibTrans1D1" presStyleIdx="1" presStyleCnt="6"/>
      <dgm:spPr/>
    </dgm:pt>
    <dgm:pt modelId="{EFA95C95-4D5D-4CCF-A81E-3E02513687AC}" type="pres">
      <dgm:prSet presAssocID="{10102825-4E59-41D7-B4A2-40FE12F3115C}" presName="node" presStyleLbl="node1" presStyleIdx="2" presStyleCnt="7">
        <dgm:presLayoutVars>
          <dgm:bulletEnabled val="1"/>
        </dgm:presLayoutVars>
      </dgm:prSet>
      <dgm:spPr/>
    </dgm:pt>
    <dgm:pt modelId="{DB146727-1087-4646-8E51-36811F32A408}" type="pres">
      <dgm:prSet presAssocID="{8A8BAF97-EE0E-46B5-84C8-AD96D7FA4A35}" presName="sibTrans" presStyleLbl="sibTrans1D1" presStyleIdx="2" presStyleCnt="6"/>
      <dgm:spPr/>
    </dgm:pt>
    <dgm:pt modelId="{A4A0BBAD-B570-4793-B9F9-4626F04C4BE7}" type="pres">
      <dgm:prSet presAssocID="{8A8BAF97-EE0E-46B5-84C8-AD96D7FA4A35}" presName="connectorText" presStyleLbl="sibTrans1D1" presStyleIdx="2" presStyleCnt="6"/>
      <dgm:spPr/>
    </dgm:pt>
    <dgm:pt modelId="{FCA84246-0484-4D5B-9474-E72C13CA965E}" type="pres">
      <dgm:prSet presAssocID="{E6D39521-EF82-4CDE-BFE0-6A496D8E9298}" presName="node" presStyleLbl="node1" presStyleIdx="3" presStyleCnt="7">
        <dgm:presLayoutVars>
          <dgm:bulletEnabled val="1"/>
        </dgm:presLayoutVars>
      </dgm:prSet>
      <dgm:spPr/>
    </dgm:pt>
    <dgm:pt modelId="{4D6C1760-5D6A-4E44-A2E3-6247533A71E9}" type="pres">
      <dgm:prSet presAssocID="{5171FE2E-5A7A-4091-9891-8D095F9162BC}" presName="sibTrans" presStyleLbl="sibTrans1D1" presStyleIdx="3" presStyleCnt="6"/>
      <dgm:spPr/>
    </dgm:pt>
    <dgm:pt modelId="{B26D71D5-8823-41C5-90D3-98060CEEAF30}" type="pres">
      <dgm:prSet presAssocID="{5171FE2E-5A7A-4091-9891-8D095F9162BC}" presName="connectorText" presStyleLbl="sibTrans1D1" presStyleIdx="3" presStyleCnt="6"/>
      <dgm:spPr/>
    </dgm:pt>
    <dgm:pt modelId="{351AA7C8-76FD-4E3A-837D-4FD422FF3C28}" type="pres">
      <dgm:prSet presAssocID="{6EE12DE6-D470-4278-A359-26D5931FDDDD}" presName="node" presStyleLbl="node1" presStyleIdx="4" presStyleCnt="7">
        <dgm:presLayoutVars>
          <dgm:bulletEnabled val="1"/>
        </dgm:presLayoutVars>
      </dgm:prSet>
      <dgm:spPr/>
    </dgm:pt>
    <dgm:pt modelId="{B89584C8-7E28-4117-90CF-70936E12D2CA}" type="pres">
      <dgm:prSet presAssocID="{03ED3875-312C-40CD-AC37-F6630A918DF2}" presName="sibTrans" presStyleLbl="sibTrans1D1" presStyleIdx="4" presStyleCnt="6"/>
      <dgm:spPr/>
    </dgm:pt>
    <dgm:pt modelId="{1047628D-DF40-45CA-8DE6-7B802A7459C4}" type="pres">
      <dgm:prSet presAssocID="{03ED3875-312C-40CD-AC37-F6630A918DF2}" presName="connectorText" presStyleLbl="sibTrans1D1" presStyleIdx="4" presStyleCnt="6"/>
      <dgm:spPr/>
    </dgm:pt>
    <dgm:pt modelId="{FAABA293-3A00-4891-859F-B988DC09F8C0}" type="pres">
      <dgm:prSet presAssocID="{C11638E3-08D8-4DCF-86B0-F068D04FCA0F}" presName="node" presStyleLbl="node1" presStyleIdx="5" presStyleCnt="7">
        <dgm:presLayoutVars>
          <dgm:bulletEnabled val="1"/>
        </dgm:presLayoutVars>
      </dgm:prSet>
      <dgm:spPr/>
    </dgm:pt>
    <dgm:pt modelId="{1F18A26F-C75A-49F5-8300-D2E7973C3B8B}" type="pres">
      <dgm:prSet presAssocID="{F0A6EEB7-D397-4F51-A60C-A1B7E98E499A}" presName="sibTrans" presStyleLbl="sibTrans1D1" presStyleIdx="5" presStyleCnt="6"/>
      <dgm:spPr/>
    </dgm:pt>
    <dgm:pt modelId="{1F6F0A9E-CC3D-4267-A916-EECD76FDEE20}" type="pres">
      <dgm:prSet presAssocID="{F0A6EEB7-D397-4F51-A60C-A1B7E98E499A}" presName="connectorText" presStyleLbl="sibTrans1D1" presStyleIdx="5" presStyleCnt="6"/>
      <dgm:spPr/>
    </dgm:pt>
    <dgm:pt modelId="{D00DC268-97D2-4F90-A840-8F64F75945CF}" type="pres">
      <dgm:prSet presAssocID="{97BEC97D-90FA-4A1E-B581-EC5CEE1BADBF}" presName="node" presStyleLbl="node1" presStyleIdx="6" presStyleCnt="7">
        <dgm:presLayoutVars>
          <dgm:bulletEnabled val="1"/>
        </dgm:presLayoutVars>
      </dgm:prSet>
      <dgm:spPr/>
    </dgm:pt>
  </dgm:ptLst>
  <dgm:cxnLst>
    <dgm:cxn modelId="{63CC7E06-9505-4485-9B1B-B083CE5EAA35}" type="presOf" srcId="{6EE12DE6-D470-4278-A359-26D5931FDDDD}" destId="{351AA7C8-76FD-4E3A-837D-4FD422FF3C28}" srcOrd="0" destOrd="0" presId="urn:microsoft.com/office/officeart/2016/7/layout/RepeatingBendingProcessNew"/>
    <dgm:cxn modelId="{97BD3314-35DC-47D6-9F53-D9199FFEC0B6}" type="presOf" srcId="{F0A6EEB7-D397-4F51-A60C-A1B7E98E499A}" destId="{1F18A26F-C75A-49F5-8300-D2E7973C3B8B}" srcOrd="0" destOrd="0" presId="urn:microsoft.com/office/officeart/2016/7/layout/RepeatingBendingProcessNew"/>
    <dgm:cxn modelId="{D8356417-F094-48C0-8DA1-5A936C3FF333}" srcId="{E2D6A047-21C7-45E4-8CD2-87D542D6761C}" destId="{C11638E3-08D8-4DCF-86B0-F068D04FCA0F}" srcOrd="5" destOrd="0" parTransId="{83D689FB-6552-4FFA-9281-6006CA08EA2F}" sibTransId="{F0A6EEB7-D397-4F51-A60C-A1B7E98E499A}"/>
    <dgm:cxn modelId="{54009B25-9945-44E4-852E-F062449BE219}" type="presOf" srcId="{34169A07-5455-4417-B6CB-2CF5963E190B}" destId="{4507ED1E-2CE7-44DC-A901-26B4AF516690}" srcOrd="0" destOrd="0" presId="urn:microsoft.com/office/officeart/2016/7/layout/RepeatingBendingProcessNew"/>
    <dgm:cxn modelId="{3CAE5636-533A-483E-9D8A-D97A693B916A}" type="presOf" srcId="{8A8BAF97-EE0E-46B5-84C8-AD96D7FA4A35}" destId="{A4A0BBAD-B570-4793-B9F9-4626F04C4BE7}" srcOrd="1" destOrd="0" presId="urn:microsoft.com/office/officeart/2016/7/layout/RepeatingBendingProcessNew"/>
    <dgm:cxn modelId="{3344EC38-4E36-467E-827C-3D55DECA38AC}" srcId="{E2D6A047-21C7-45E4-8CD2-87D542D6761C}" destId="{6EE12DE6-D470-4278-A359-26D5931FDDDD}" srcOrd="4" destOrd="0" parTransId="{1D5A3DA2-3CD5-4E73-B7DB-F786C7A9E828}" sibTransId="{03ED3875-312C-40CD-AC37-F6630A918DF2}"/>
    <dgm:cxn modelId="{A193A23B-F306-47A4-BFFD-2FF9B44837CF}" type="presOf" srcId="{A7329D5C-697B-46D7-9AED-751E1C482605}" destId="{CDB91415-5BD4-4A30-B410-EF8597556A2E}" srcOrd="0" destOrd="0" presId="urn:microsoft.com/office/officeart/2016/7/layout/RepeatingBendingProcessNew"/>
    <dgm:cxn modelId="{E646A95F-A75D-4945-BF43-D69A3ECA3DD2}" type="presOf" srcId="{F0A6EEB7-D397-4F51-A60C-A1B7E98E499A}" destId="{1F6F0A9E-CC3D-4267-A916-EECD76FDEE20}" srcOrd="1" destOrd="0" presId="urn:microsoft.com/office/officeart/2016/7/layout/RepeatingBendingProcessNew"/>
    <dgm:cxn modelId="{5F13D942-F204-43AE-A30C-66C5DE4CBF3F}" type="presOf" srcId="{E2D6A047-21C7-45E4-8CD2-87D542D6761C}" destId="{D5B90E1A-AC8A-4AEC-AEE9-113733ACA84A}" srcOrd="0" destOrd="0" presId="urn:microsoft.com/office/officeart/2016/7/layout/RepeatingBendingProcessNew"/>
    <dgm:cxn modelId="{2D18A24E-9F4C-4870-AF79-667FE9B0F9BE}" srcId="{E2D6A047-21C7-45E4-8CD2-87D542D6761C}" destId="{A7329D5C-697B-46D7-9AED-751E1C482605}" srcOrd="1" destOrd="0" parTransId="{7F1320B3-8AB5-45BA-9C4A-A8D5A1590B4E}" sibTransId="{34169A07-5455-4417-B6CB-2CF5963E190B}"/>
    <dgm:cxn modelId="{D9B9D97B-D4E4-4E3A-B383-A55FEE1724D6}" type="presOf" srcId="{10102825-4E59-41D7-B4A2-40FE12F3115C}" destId="{EFA95C95-4D5D-4CCF-A81E-3E02513687AC}" srcOrd="0" destOrd="0" presId="urn:microsoft.com/office/officeart/2016/7/layout/RepeatingBendingProcessNew"/>
    <dgm:cxn modelId="{44803B85-4098-4120-B226-60C50237BDCF}" type="presOf" srcId="{EB62263A-6F75-4B09-A6A1-BBA2E58A2E30}" destId="{FEBBCA26-26D9-407C-B80E-372DBE0064DF}" srcOrd="1" destOrd="0" presId="urn:microsoft.com/office/officeart/2016/7/layout/RepeatingBendingProcessNew"/>
    <dgm:cxn modelId="{296AE086-2613-42A7-BA07-F441F56DE26A}" srcId="{E2D6A047-21C7-45E4-8CD2-87D542D6761C}" destId="{2D940FB5-07C7-46F5-8995-951084F3E6F7}" srcOrd="0" destOrd="0" parTransId="{2618AE62-0CF4-4FC9-B1BF-2EAD0C996C23}" sibTransId="{EB62263A-6F75-4B09-A6A1-BBA2E58A2E30}"/>
    <dgm:cxn modelId="{AB945C87-164A-4A19-BBA3-0EEEFF9BD124}" type="presOf" srcId="{C11638E3-08D8-4DCF-86B0-F068D04FCA0F}" destId="{FAABA293-3A00-4891-859F-B988DC09F8C0}" srcOrd="0" destOrd="0" presId="urn:microsoft.com/office/officeart/2016/7/layout/RepeatingBendingProcessNew"/>
    <dgm:cxn modelId="{974D9D8C-B183-451E-A799-949E6C5D7939}" type="presOf" srcId="{5171FE2E-5A7A-4091-9891-8D095F9162BC}" destId="{4D6C1760-5D6A-4E44-A2E3-6247533A71E9}" srcOrd="0" destOrd="0" presId="urn:microsoft.com/office/officeart/2016/7/layout/RepeatingBendingProcessNew"/>
    <dgm:cxn modelId="{B7D74194-E128-4AD1-A366-EC8B87CD72F0}" type="presOf" srcId="{03ED3875-312C-40CD-AC37-F6630A918DF2}" destId="{B89584C8-7E28-4117-90CF-70936E12D2CA}" srcOrd="0" destOrd="0" presId="urn:microsoft.com/office/officeart/2016/7/layout/RepeatingBendingProcessNew"/>
    <dgm:cxn modelId="{63B434A7-45FF-427C-956B-97C0C18167C8}" type="presOf" srcId="{5171FE2E-5A7A-4091-9891-8D095F9162BC}" destId="{B26D71D5-8823-41C5-90D3-98060CEEAF30}" srcOrd="1" destOrd="0" presId="urn:microsoft.com/office/officeart/2016/7/layout/RepeatingBendingProcessNew"/>
    <dgm:cxn modelId="{F90E93B1-8978-4D01-9968-05F09A72B3A6}" type="presOf" srcId="{2D940FB5-07C7-46F5-8995-951084F3E6F7}" destId="{A6AE087C-59B9-469F-AEF6-53E586BD3130}" srcOrd="0" destOrd="0" presId="urn:microsoft.com/office/officeart/2016/7/layout/RepeatingBendingProcessNew"/>
    <dgm:cxn modelId="{F5BBDCB7-580D-47FC-AE7A-1F5EAFCB218B}" type="presOf" srcId="{8A8BAF97-EE0E-46B5-84C8-AD96D7FA4A35}" destId="{DB146727-1087-4646-8E51-36811F32A408}" srcOrd="0" destOrd="0" presId="urn:microsoft.com/office/officeart/2016/7/layout/RepeatingBendingProcessNew"/>
    <dgm:cxn modelId="{AAA884BC-3B1E-4D80-876E-6D5B71D64DE6}" type="presOf" srcId="{34169A07-5455-4417-B6CB-2CF5963E190B}" destId="{E4E2DBAB-9DA8-4911-AC34-B26B19156662}" srcOrd="1" destOrd="0" presId="urn:microsoft.com/office/officeart/2016/7/layout/RepeatingBendingProcessNew"/>
    <dgm:cxn modelId="{F60702C5-C00C-40CE-8A95-50D963FB994F}" srcId="{E2D6A047-21C7-45E4-8CD2-87D542D6761C}" destId="{10102825-4E59-41D7-B4A2-40FE12F3115C}" srcOrd="2" destOrd="0" parTransId="{1773FA19-E57B-4B0C-B166-A60CE5CF8E2B}" sibTransId="{8A8BAF97-EE0E-46B5-84C8-AD96D7FA4A35}"/>
    <dgm:cxn modelId="{5412D1DA-8097-4479-9B27-2C9EE5244C92}" srcId="{E2D6A047-21C7-45E4-8CD2-87D542D6761C}" destId="{E6D39521-EF82-4CDE-BFE0-6A496D8E9298}" srcOrd="3" destOrd="0" parTransId="{F6947465-835E-457A-B30B-E75BAF2503F6}" sibTransId="{5171FE2E-5A7A-4091-9891-8D095F9162BC}"/>
    <dgm:cxn modelId="{7ABB92E3-3B01-423B-8179-8D115BFACF72}" type="presOf" srcId="{03ED3875-312C-40CD-AC37-F6630A918DF2}" destId="{1047628D-DF40-45CA-8DE6-7B802A7459C4}" srcOrd="1" destOrd="0" presId="urn:microsoft.com/office/officeart/2016/7/layout/RepeatingBendingProcessNew"/>
    <dgm:cxn modelId="{D803CCE5-8B45-46F0-98CC-0946A791A6D1}" type="presOf" srcId="{EB62263A-6F75-4B09-A6A1-BBA2E58A2E30}" destId="{2AC84776-D9F0-454F-8650-670CD56E2017}" srcOrd="0" destOrd="0" presId="urn:microsoft.com/office/officeart/2016/7/layout/RepeatingBendingProcessNew"/>
    <dgm:cxn modelId="{7F91CBE8-1A05-43F8-BF76-F34F6312EFB5}" srcId="{E2D6A047-21C7-45E4-8CD2-87D542D6761C}" destId="{97BEC97D-90FA-4A1E-B581-EC5CEE1BADBF}" srcOrd="6" destOrd="0" parTransId="{3FCD07EC-DDA8-4CE5-8BB3-1C7D515E2FBB}" sibTransId="{6A32BE89-7F90-49F4-8D88-46B044E07278}"/>
    <dgm:cxn modelId="{A45E1FF6-528A-4F79-B9B5-D2FC1EF8D864}" type="presOf" srcId="{97BEC97D-90FA-4A1E-B581-EC5CEE1BADBF}" destId="{D00DC268-97D2-4F90-A840-8F64F75945CF}" srcOrd="0" destOrd="0" presId="urn:microsoft.com/office/officeart/2016/7/layout/RepeatingBendingProcessNew"/>
    <dgm:cxn modelId="{194227F9-9051-4DC5-805B-FFC7C5BEB8B4}" type="presOf" srcId="{E6D39521-EF82-4CDE-BFE0-6A496D8E9298}" destId="{FCA84246-0484-4D5B-9474-E72C13CA965E}" srcOrd="0" destOrd="0" presId="urn:microsoft.com/office/officeart/2016/7/layout/RepeatingBendingProcessNew"/>
    <dgm:cxn modelId="{C7D05CF9-CA22-4311-A01C-32CCC3E3C64F}" type="presParOf" srcId="{D5B90E1A-AC8A-4AEC-AEE9-113733ACA84A}" destId="{A6AE087C-59B9-469F-AEF6-53E586BD3130}" srcOrd="0" destOrd="0" presId="urn:microsoft.com/office/officeart/2016/7/layout/RepeatingBendingProcessNew"/>
    <dgm:cxn modelId="{BE4CC439-904D-4287-ADDE-39887C598B1E}" type="presParOf" srcId="{D5B90E1A-AC8A-4AEC-AEE9-113733ACA84A}" destId="{2AC84776-D9F0-454F-8650-670CD56E2017}" srcOrd="1" destOrd="0" presId="urn:microsoft.com/office/officeart/2016/7/layout/RepeatingBendingProcessNew"/>
    <dgm:cxn modelId="{E5573676-049A-43C3-A2AD-3BF219FA0894}" type="presParOf" srcId="{2AC84776-D9F0-454F-8650-670CD56E2017}" destId="{FEBBCA26-26D9-407C-B80E-372DBE0064DF}" srcOrd="0" destOrd="0" presId="urn:microsoft.com/office/officeart/2016/7/layout/RepeatingBendingProcessNew"/>
    <dgm:cxn modelId="{8FA019D6-21CC-4454-8E3B-C7189B7B51C6}" type="presParOf" srcId="{D5B90E1A-AC8A-4AEC-AEE9-113733ACA84A}" destId="{CDB91415-5BD4-4A30-B410-EF8597556A2E}" srcOrd="2" destOrd="0" presId="urn:microsoft.com/office/officeart/2016/7/layout/RepeatingBendingProcessNew"/>
    <dgm:cxn modelId="{C984F099-5559-41DD-BB82-CE24C14F4DB3}" type="presParOf" srcId="{D5B90E1A-AC8A-4AEC-AEE9-113733ACA84A}" destId="{4507ED1E-2CE7-44DC-A901-26B4AF516690}" srcOrd="3" destOrd="0" presId="urn:microsoft.com/office/officeart/2016/7/layout/RepeatingBendingProcessNew"/>
    <dgm:cxn modelId="{862EAA01-F669-492C-8E8B-3525E829A097}" type="presParOf" srcId="{4507ED1E-2CE7-44DC-A901-26B4AF516690}" destId="{E4E2DBAB-9DA8-4911-AC34-B26B19156662}" srcOrd="0" destOrd="0" presId="urn:microsoft.com/office/officeart/2016/7/layout/RepeatingBendingProcessNew"/>
    <dgm:cxn modelId="{A0D2F326-EC89-4826-BF72-FC759D2A43E5}" type="presParOf" srcId="{D5B90E1A-AC8A-4AEC-AEE9-113733ACA84A}" destId="{EFA95C95-4D5D-4CCF-A81E-3E02513687AC}" srcOrd="4" destOrd="0" presId="urn:microsoft.com/office/officeart/2016/7/layout/RepeatingBendingProcessNew"/>
    <dgm:cxn modelId="{BD0748C3-5D19-4EC3-B17A-A2A73063AC2C}" type="presParOf" srcId="{D5B90E1A-AC8A-4AEC-AEE9-113733ACA84A}" destId="{DB146727-1087-4646-8E51-36811F32A408}" srcOrd="5" destOrd="0" presId="urn:microsoft.com/office/officeart/2016/7/layout/RepeatingBendingProcessNew"/>
    <dgm:cxn modelId="{75449949-C933-45FD-8014-41FC34CD0D54}" type="presParOf" srcId="{DB146727-1087-4646-8E51-36811F32A408}" destId="{A4A0BBAD-B570-4793-B9F9-4626F04C4BE7}" srcOrd="0" destOrd="0" presId="urn:microsoft.com/office/officeart/2016/7/layout/RepeatingBendingProcessNew"/>
    <dgm:cxn modelId="{8C928D80-D458-4575-9A3B-107CB4E7A1CD}" type="presParOf" srcId="{D5B90E1A-AC8A-4AEC-AEE9-113733ACA84A}" destId="{FCA84246-0484-4D5B-9474-E72C13CA965E}" srcOrd="6" destOrd="0" presId="urn:microsoft.com/office/officeart/2016/7/layout/RepeatingBendingProcessNew"/>
    <dgm:cxn modelId="{101B25DB-E6BE-4623-A68A-2262E167AE87}" type="presParOf" srcId="{D5B90E1A-AC8A-4AEC-AEE9-113733ACA84A}" destId="{4D6C1760-5D6A-4E44-A2E3-6247533A71E9}" srcOrd="7" destOrd="0" presId="urn:microsoft.com/office/officeart/2016/7/layout/RepeatingBendingProcessNew"/>
    <dgm:cxn modelId="{F3563F50-2686-44FB-BE05-850C9B9284D2}" type="presParOf" srcId="{4D6C1760-5D6A-4E44-A2E3-6247533A71E9}" destId="{B26D71D5-8823-41C5-90D3-98060CEEAF30}" srcOrd="0" destOrd="0" presId="urn:microsoft.com/office/officeart/2016/7/layout/RepeatingBendingProcessNew"/>
    <dgm:cxn modelId="{B1BF6F05-9EA3-4A9C-88FD-A67CD175F88C}" type="presParOf" srcId="{D5B90E1A-AC8A-4AEC-AEE9-113733ACA84A}" destId="{351AA7C8-76FD-4E3A-837D-4FD422FF3C28}" srcOrd="8" destOrd="0" presId="urn:microsoft.com/office/officeart/2016/7/layout/RepeatingBendingProcessNew"/>
    <dgm:cxn modelId="{A40F1982-B318-484A-8EC2-F082A0494D50}" type="presParOf" srcId="{D5B90E1A-AC8A-4AEC-AEE9-113733ACA84A}" destId="{B89584C8-7E28-4117-90CF-70936E12D2CA}" srcOrd="9" destOrd="0" presId="urn:microsoft.com/office/officeart/2016/7/layout/RepeatingBendingProcessNew"/>
    <dgm:cxn modelId="{FBABAE4C-6459-4BB8-B77A-1D10FB887382}" type="presParOf" srcId="{B89584C8-7E28-4117-90CF-70936E12D2CA}" destId="{1047628D-DF40-45CA-8DE6-7B802A7459C4}" srcOrd="0" destOrd="0" presId="urn:microsoft.com/office/officeart/2016/7/layout/RepeatingBendingProcessNew"/>
    <dgm:cxn modelId="{A9A2A918-EDB6-4A07-A84C-A3E4A51D2046}" type="presParOf" srcId="{D5B90E1A-AC8A-4AEC-AEE9-113733ACA84A}" destId="{FAABA293-3A00-4891-859F-B988DC09F8C0}" srcOrd="10" destOrd="0" presId="urn:microsoft.com/office/officeart/2016/7/layout/RepeatingBendingProcessNew"/>
    <dgm:cxn modelId="{36F07291-9BC5-4BCB-8BC7-93635CAF9DF9}" type="presParOf" srcId="{D5B90E1A-AC8A-4AEC-AEE9-113733ACA84A}" destId="{1F18A26F-C75A-49F5-8300-D2E7973C3B8B}" srcOrd="11" destOrd="0" presId="urn:microsoft.com/office/officeart/2016/7/layout/RepeatingBendingProcessNew"/>
    <dgm:cxn modelId="{A73118C8-AAE3-4C73-A753-20D4A3D344D7}" type="presParOf" srcId="{1F18A26F-C75A-49F5-8300-D2E7973C3B8B}" destId="{1F6F0A9E-CC3D-4267-A916-EECD76FDEE20}" srcOrd="0" destOrd="0" presId="urn:microsoft.com/office/officeart/2016/7/layout/RepeatingBendingProcessNew"/>
    <dgm:cxn modelId="{EAB4D021-9A0D-4646-8E79-337BA0470FD9}" type="presParOf" srcId="{D5B90E1A-AC8A-4AEC-AEE9-113733ACA84A}" destId="{D00DC268-97D2-4F90-A840-8F64F75945CF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8CD7EB-1920-44C2-AC5D-85E2807916A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F41DCF-7739-40EB-96AB-70C2EB1159EC}">
      <dgm:prSet/>
      <dgm:spPr/>
      <dgm:t>
        <a:bodyPr/>
        <a:lstStyle/>
        <a:p>
          <a:r>
            <a:rPr lang="en-US"/>
            <a:t>Stronger governance – clear roles and accountability.</a:t>
          </a:r>
        </a:p>
      </dgm:t>
    </dgm:pt>
    <dgm:pt modelId="{042426EB-D006-430C-BEF9-63DE92331FF2}" type="parTrans" cxnId="{67CE3A35-EAC2-4B8E-B621-644394D7BE6C}">
      <dgm:prSet/>
      <dgm:spPr/>
      <dgm:t>
        <a:bodyPr/>
        <a:lstStyle/>
        <a:p>
          <a:endParaRPr lang="en-US"/>
        </a:p>
      </dgm:t>
    </dgm:pt>
    <dgm:pt modelId="{7FF9B939-74E9-4268-BE95-CF55CD11D537}" type="sibTrans" cxnId="{67CE3A35-EAC2-4B8E-B621-644394D7BE6C}">
      <dgm:prSet/>
      <dgm:spPr/>
      <dgm:t>
        <a:bodyPr/>
        <a:lstStyle/>
        <a:p>
          <a:endParaRPr lang="en-US"/>
        </a:p>
      </dgm:t>
    </dgm:pt>
    <dgm:pt modelId="{2A658462-496B-46BB-8055-22DC4C721B82}">
      <dgm:prSet/>
      <dgm:spPr/>
      <dgm:t>
        <a:bodyPr/>
        <a:lstStyle/>
        <a:p>
          <a:r>
            <a:rPr lang="en-US"/>
            <a:t>Stronger risk management – systematic risk mitigation.</a:t>
          </a:r>
        </a:p>
      </dgm:t>
    </dgm:pt>
    <dgm:pt modelId="{F8876880-9CE0-4F6E-9215-B14F19279ACE}" type="parTrans" cxnId="{1ACB4B35-4C6A-434E-8824-EB70394E70D2}">
      <dgm:prSet/>
      <dgm:spPr/>
      <dgm:t>
        <a:bodyPr/>
        <a:lstStyle/>
        <a:p>
          <a:endParaRPr lang="en-US"/>
        </a:p>
      </dgm:t>
    </dgm:pt>
    <dgm:pt modelId="{1CA9B9DC-A517-4E17-88A4-89C5DF464030}" type="sibTrans" cxnId="{1ACB4B35-4C6A-434E-8824-EB70394E70D2}">
      <dgm:prSet/>
      <dgm:spPr/>
      <dgm:t>
        <a:bodyPr/>
        <a:lstStyle/>
        <a:p>
          <a:endParaRPr lang="en-US"/>
        </a:p>
      </dgm:t>
    </dgm:pt>
    <dgm:pt modelId="{97D3C4E1-43C9-43AE-9618-8CEA48E56B43}">
      <dgm:prSet/>
      <dgm:spPr/>
      <dgm:t>
        <a:bodyPr/>
        <a:lstStyle/>
        <a:p>
          <a:r>
            <a:rPr lang="en-US"/>
            <a:t>Higher staff awareness – improved security culture.</a:t>
          </a:r>
        </a:p>
      </dgm:t>
    </dgm:pt>
    <dgm:pt modelId="{BEC7CD22-63C9-4D0D-AE18-DFCB8B317883}" type="parTrans" cxnId="{5BD9C45E-72BF-4ACB-B92E-AA536457942B}">
      <dgm:prSet/>
      <dgm:spPr/>
      <dgm:t>
        <a:bodyPr/>
        <a:lstStyle/>
        <a:p>
          <a:endParaRPr lang="en-US"/>
        </a:p>
      </dgm:t>
    </dgm:pt>
    <dgm:pt modelId="{46D1E45D-7A67-4653-99F1-C12476B49C09}" type="sibTrans" cxnId="{5BD9C45E-72BF-4ACB-B92E-AA536457942B}">
      <dgm:prSet/>
      <dgm:spPr/>
      <dgm:t>
        <a:bodyPr/>
        <a:lstStyle/>
        <a:p>
          <a:endParaRPr lang="en-US"/>
        </a:p>
      </dgm:t>
    </dgm:pt>
    <dgm:pt modelId="{3EAD42DC-D7DB-4F9B-8576-66A41DEBC466}">
      <dgm:prSet/>
      <dgm:spPr/>
      <dgm:t>
        <a:bodyPr/>
        <a:lstStyle/>
        <a:p>
          <a:r>
            <a:rPr lang="en-US"/>
            <a:t>Improved resilience and compliance – better recovery and adherence.</a:t>
          </a:r>
        </a:p>
      </dgm:t>
    </dgm:pt>
    <dgm:pt modelId="{3AD0AFE6-830D-4644-8410-04832282D1C6}" type="parTrans" cxnId="{9331E5AF-A681-4438-9314-ED2C5E13CFF1}">
      <dgm:prSet/>
      <dgm:spPr/>
      <dgm:t>
        <a:bodyPr/>
        <a:lstStyle/>
        <a:p>
          <a:endParaRPr lang="en-US"/>
        </a:p>
      </dgm:t>
    </dgm:pt>
    <dgm:pt modelId="{BE556E7D-72C3-4A88-9DC1-17927FF963B9}" type="sibTrans" cxnId="{9331E5AF-A681-4438-9314-ED2C5E13CFF1}">
      <dgm:prSet/>
      <dgm:spPr/>
      <dgm:t>
        <a:bodyPr/>
        <a:lstStyle/>
        <a:p>
          <a:endParaRPr lang="en-US"/>
        </a:p>
      </dgm:t>
    </dgm:pt>
    <dgm:pt modelId="{46D42693-3E30-4A18-9520-85A4E98E0EFA}" type="pres">
      <dgm:prSet presAssocID="{318CD7EB-1920-44C2-AC5D-85E2807916A0}" presName="vert0" presStyleCnt="0">
        <dgm:presLayoutVars>
          <dgm:dir/>
          <dgm:animOne val="branch"/>
          <dgm:animLvl val="lvl"/>
        </dgm:presLayoutVars>
      </dgm:prSet>
      <dgm:spPr/>
    </dgm:pt>
    <dgm:pt modelId="{71E3441F-C8F7-46D9-A0E6-910C0A5BEC1C}" type="pres">
      <dgm:prSet presAssocID="{B9F41DCF-7739-40EB-96AB-70C2EB1159EC}" presName="thickLine" presStyleLbl="alignNode1" presStyleIdx="0" presStyleCnt="4"/>
      <dgm:spPr/>
    </dgm:pt>
    <dgm:pt modelId="{759992B9-2064-448D-8571-E2F290E8178D}" type="pres">
      <dgm:prSet presAssocID="{B9F41DCF-7739-40EB-96AB-70C2EB1159EC}" presName="horz1" presStyleCnt="0"/>
      <dgm:spPr/>
    </dgm:pt>
    <dgm:pt modelId="{D2536046-B962-472F-870F-7A70DDCFFFB0}" type="pres">
      <dgm:prSet presAssocID="{B9F41DCF-7739-40EB-96AB-70C2EB1159EC}" presName="tx1" presStyleLbl="revTx" presStyleIdx="0" presStyleCnt="4"/>
      <dgm:spPr/>
    </dgm:pt>
    <dgm:pt modelId="{B873DD92-4F6A-4E2A-8A31-2603461B565E}" type="pres">
      <dgm:prSet presAssocID="{B9F41DCF-7739-40EB-96AB-70C2EB1159EC}" presName="vert1" presStyleCnt="0"/>
      <dgm:spPr/>
    </dgm:pt>
    <dgm:pt modelId="{4E5EBD83-BB1A-416A-9C43-7A1766E39E03}" type="pres">
      <dgm:prSet presAssocID="{2A658462-496B-46BB-8055-22DC4C721B82}" presName="thickLine" presStyleLbl="alignNode1" presStyleIdx="1" presStyleCnt="4"/>
      <dgm:spPr/>
    </dgm:pt>
    <dgm:pt modelId="{60746E93-53F8-461F-9598-6AABC3CCE3D7}" type="pres">
      <dgm:prSet presAssocID="{2A658462-496B-46BB-8055-22DC4C721B82}" presName="horz1" presStyleCnt="0"/>
      <dgm:spPr/>
    </dgm:pt>
    <dgm:pt modelId="{04B4CBF3-A2C7-442F-9B12-22D840BEABFB}" type="pres">
      <dgm:prSet presAssocID="{2A658462-496B-46BB-8055-22DC4C721B82}" presName="tx1" presStyleLbl="revTx" presStyleIdx="1" presStyleCnt="4"/>
      <dgm:spPr/>
    </dgm:pt>
    <dgm:pt modelId="{159DF1B1-6A8B-4416-846D-A13A33EFC4A8}" type="pres">
      <dgm:prSet presAssocID="{2A658462-496B-46BB-8055-22DC4C721B82}" presName="vert1" presStyleCnt="0"/>
      <dgm:spPr/>
    </dgm:pt>
    <dgm:pt modelId="{0BF5E821-2260-4F96-AE12-49F95B1F3E0A}" type="pres">
      <dgm:prSet presAssocID="{97D3C4E1-43C9-43AE-9618-8CEA48E56B43}" presName="thickLine" presStyleLbl="alignNode1" presStyleIdx="2" presStyleCnt="4"/>
      <dgm:spPr/>
    </dgm:pt>
    <dgm:pt modelId="{74585B92-D228-40C0-8105-96B8C46DCE0F}" type="pres">
      <dgm:prSet presAssocID="{97D3C4E1-43C9-43AE-9618-8CEA48E56B43}" presName="horz1" presStyleCnt="0"/>
      <dgm:spPr/>
    </dgm:pt>
    <dgm:pt modelId="{90C7702D-773B-4731-95A8-8488A22D76DA}" type="pres">
      <dgm:prSet presAssocID="{97D3C4E1-43C9-43AE-9618-8CEA48E56B43}" presName="tx1" presStyleLbl="revTx" presStyleIdx="2" presStyleCnt="4"/>
      <dgm:spPr/>
    </dgm:pt>
    <dgm:pt modelId="{53B3EB21-3E6B-41CB-AD4C-567F06E19396}" type="pres">
      <dgm:prSet presAssocID="{97D3C4E1-43C9-43AE-9618-8CEA48E56B43}" presName="vert1" presStyleCnt="0"/>
      <dgm:spPr/>
    </dgm:pt>
    <dgm:pt modelId="{6E5EA1A9-95A8-40DF-B586-6572966C7C1D}" type="pres">
      <dgm:prSet presAssocID="{3EAD42DC-D7DB-4F9B-8576-66A41DEBC466}" presName="thickLine" presStyleLbl="alignNode1" presStyleIdx="3" presStyleCnt="4"/>
      <dgm:spPr/>
    </dgm:pt>
    <dgm:pt modelId="{F9A2AAD9-B530-4F1F-A508-34462DF2952D}" type="pres">
      <dgm:prSet presAssocID="{3EAD42DC-D7DB-4F9B-8576-66A41DEBC466}" presName="horz1" presStyleCnt="0"/>
      <dgm:spPr/>
    </dgm:pt>
    <dgm:pt modelId="{28E3C125-FB25-458C-839E-2185A725672E}" type="pres">
      <dgm:prSet presAssocID="{3EAD42DC-D7DB-4F9B-8576-66A41DEBC466}" presName="tx1" presStyleLbl="revTx" presStyleIdx="3" presStyleCnt="4"/>
      <dgm:spPr/>
    </dgm:pt>
    <dgm:pt modelId="{44AAA70D-C932-47C7-8E16-B4D5B3150CA5}" type="pres">
      <dgm:prSet presAssocID="{3EAD42DC-D7DB-4F9B-8576-66A41DEBC466}" presName="vert1" presStyleCnt="0"/>
      <dgm:spPr/>
    </dgm:pt>
  </dgm:ptLst>
  <dgm:cxnLst>
    <dgm:cxn modelId="{87DB1525-8E49-45BB-9522-94C430B112E0}" type="presOf" srcId="{B9F41DCF-7739-40EB-96AB-70C2EB1159EC}" destId="{D2536046-B962-472F-870F-7A70DDCFFFB0}" srcOrd="0" destOrd="0" presId="urn:microsoft.com/office/officeart/2008/layout/LinedList"/>
    <dgm:cxn modelId="{F735AE25-1B52-4660-AF33-8C30BA413825}" type="presOf" srcId="{318CD7EB-1920-44C2-AC5D-85E2807916A0}" destId="{46D42693-3E30-4A18-9520-85A4E98E0EFA}" srcOrd="0" destOrd="0" presId="urn:microsoft.com/office/officeart/2008/layout/LinedList"/>
    <dgm:cxn modelId="{67CE3A35-EAC2-4B8E-B621-644394D7BE6C}" srcId="{318CD7EB-1920-44C2-AC5D-85E2807916A0}" destId="{B9F41DCF-7739-40EB-96AB-70C2EB1159EC}" srcOrd="0" destOrd="0" parTransId="{042426EB-D006-430C-BEF9-63DE92331FF2}" sibTransId="{7FF9B939-74E9-4268-BE95-CF55CD11D537}"/>
    <dgm:cxn modelId="{1ACB4B35-4C6A-434E-8824-EB70394E70D2}" srcId="{318CD7EB-1920-44C2-AC5D-85E2807916A0}" destId="{2A658462-496B-46BB-8055-22DC4C721B82}" srcOrd="1" destOrd="0" parTransId="{F8876880-9CE0-4F6E-9215-B14F19279ACE}" sibTransId="{1CA9B9DC-A517-4E17-88A4-89C5DF464030}"/>
    <dgm:cxn modelId="{5BD9C45E-72BF-4ACB-B92E-AA536457942B}" srcId="{318CD7EB-1920-44C2-AC5D-85E2807916A0}" destId="{97D3C4E1-43C9-43AE-9618-8CEA48E56B43}" srcOrd="2" destOrd="0" parTransId="{BEC7CD22-63C9-4D0D-AE18-DFCB8B317883}" sibTransId="{46D1E45D-7A67-4653-99F1-C12476B49C09}"/>
    <dgm:cxn modelId="{28670041-E8E2-40BB-8BC0-22087001C66D}" type="presOf" srcId="{3EAD42DC-D7DB-4F9B-8576-66A41DEBC466}" destId="{28E3C125-FB25-458C-839E-2185A725672E}" srcOrd="0" destOrd="0" presId="urn:microsoft.com/office/officeart/2008/layout/LinedList"/>
    <dgm:cxn modelId="{D5922651-71F8-4C66-BD56-FC237115BA05}" type="presOf" srcId="{97D3C4E1-43C9-43AE-9618-8CEA48E56B43}" destId="{90C7702D-773B-4731-95A8-8488A22D76DA}" srcOrd="0" destOrd="0" presId="urn:microsoft.com/office/officeart/2008/layout/LinedList"/>
    <dgm:cxn modelId="{25393C75-B6DB-4F5B-BA44-F4C83952263C}" type="presOf" srcId="{2A658462-496B-46BB-8055-22DC4C721B82}" destId="{04B4CBF3-A2C7-442F-9B12-22D840BEABFB}" srcOrd="0" destOrd="0" presId="urn:microsoft.com/office/officeart/2008/layout/LinedList"/>
    <dgm:cxn modelId="{9331E5AF-A681-4438-9314-ED2C5E13CFF1}" srcId="{318CD7EB-1920-44C2-AC5D-85E2807916A0}" destId="{3EAD42DC-D7DB-4F9B-8576-66A41DEBC466}" srcOrd="3" destOrd="0" parTransId="{3AD0AFE6-830D-4644-8410-04832282D1C6}" sibTransId="{BE556E7D-72C3-4A88-9DC1-17927FF963B9}"/>
    <dgm:cxn modelId="{2E430D1D-C295-44E6-8F07-795F0AC714B3}" type="presParOf" srcId="{46D42693-3E30-4A18-9520-85A4E98E0EFA}" destId="{71E3441F-C8F7-46D9-A0E6-910C0A5BEC1C}" srcOrd="0" destOrd="0" presId="urn:microsoft.com/office/officeart/2008/layout/LinedList"/>
    <dgm:cxn modelId="{D9D02EF0-C780-4900-B5C9-9C6CBD6E910C}" type="presParOf" srcId="{46D42693-3E30-4A18-9520-85A4E98E0EFA}" destId="{759992B9-2064-448D-8571-E2F290E8178D}" srcOrd="1" destOrd="0" presId="urn:microsoft.com/office/officeart/2008/layout/LinedList"/>
    <dgm:cxn modelId="{8592A268-A96A-4A66-A6C2-6B13EC801CA9}" type="presParOf" srcId="{759992B9-2064-448D-8571-E2F290E8178D}" destId="{D2536046-B962-472F-870F-7A70DDCFFFB0}" srcOrd="0" destOrd="0" presId="urn:microsoft.com/office/officeart/2008/layout/LinedList"/>
    <dgm:cxn modelId="{115AB8C4-48B0-4E81-96E4-B628932B9253}" type="presParOf" srcId="{759992B9-2064-448D-8571-E2F290E8178D}" destId="{B873DD92-4F6A-4E2A-8A31-2603461B565E}" srcOrd="1" destOrd="0" presId="urn:microsoft.com/office/officeart/2008/layout/LinedList"/>
    <dgm:cxn modelId="{FDD28C07-688F-46ED-9672-EC84482342E1}" type="presParOf" srcId="{46D42693-3E30-4A18-9520-85A4E98E0EFA}" destId="{4E5EBD83-BB1A-416A-9C43-7A1766E39E03}" srcOrd="2" destOrd="0" presId="urn:microsoft.com/office/officeart/2008/layout/LinedList"/>
    <dgm:cxn modelId="{851D677D-7335-43E1-9961-0A44482B2762}" type="presParOf" srcId="{46D42693-3E30-4A18-9520-85A4E98E0EFA}" destId="{60746E93-53F8-461F-9598-6AABC3CCE3D7}" srcOrd="3" destOrd="0" presId="urn:microsoft.com/office/officeart/2008/layout/LinedList"/>
    <dgm:cxn modelId="{8ABE7B41-F09A-4F72-A74E-553DC14DFB13}" type="presParOf" srcId="{60746E93-53F8-461F-9598-6AABC3CCE3D7}" destId="{04B4CBF3-A2C7-442F-9B12-22D840BEABFB}" srcOrd="0" destOrd="0" presId="urn:microsoft.com/office/officeart/2008/layout/LinedList"/>
    <dgm:cxn modelId="{B803AFA1-32AE-4ED3-808B-ABEF5CEDFBC9}" type="presParOf" srcId="{60746E93-53F8-461F-9598-6AABC3CCE3D7}" destId="{159DF1B1-6A8B-4416-846D-A13A33EFC4A8}" srcOrd="1" destOrd="0" presId="urn:microsoft.com/office/officeart/2008/layout/LinedList"/>
    <dgm:cxn modelId="{A8A9B558-23D2-4E91-B3A4-AE4AEE8C8649}" type="presParOf" srcId="{46D42693-3E30-4A18-9520-85A4E98E0EFA}" destId="{0BF5E821-2260-4F96-AE12-49F95B1F3E0A}" srcOrd="4" destOrd="0" presId="urn:microsoft.com/office/officeart/2008/layout/LinedList"/>
    <dgm:cxn modelId="{6AD369E3-BA9B-4090-A011-4E8D2E39969F}" type="presParOf" srcId="{46D42693-3E30-4A18-9520-85A4E98E0EFA}" destId="{74585B92-D228-40C0-8105-96B8C46DCE0F}" srcOrd="5" destOrd="0" presId="urn:microsoft.com/office/officeart/2008/layout/LinedList"/>
    <dgm:cxn modelId="{BA2DD1B9-8FE5-4AEB-B764-1182B03ED1FA}" type="presParOf" srcId="{74585B92-D228-40C0-8105-96B8C46DCE0F}" destId="{90C7702D-773B-4731-95A8-8488A22D76DA}" srcOrd="0" destOrd="0" presId="urn:microsoft.com/office/officeart/2008/layout/LinedList"/>
    <dgm:cxn modelId="{48E8FB6C-97F9-41E5-B14E-100BFB097E13}" type="presParOf" srcId="{74585B92-D228-40C0-8105-96B8C46DCE0F}" destId="{53B3EB21-3E6B-41CB-AD4C-567F06E19396}" srcOrd="1" destOrd="0" presId="urn:microsoft.com/office/officeart/2008/layout/LinedList"/>
    <dgm:cxn modelId="{B6E7FB1B-3CC5-4AEA-A3C4-92FD466F32E9}" type="presParOf" srcId="{46D42693-3E30-4A18-9520-85A4E98E0EFA}" destId="{6E5EA1A9-95A8-40DF-B586-6572966C7C1D}" srcOrd="6" destOrd="0" presId="urn:microsoft.com/office/officeart/2008/layout/LinedList"/>
    <dgm:cxn modelId="{B761F3A4-8EDA-4C97-B823-311ED26E856B}" type="presParOf" srcId="{46D42693-3E30-4A18-9520-85A4E98E0EFA}" destId="{F9A2AAD9-B530-4F1F-A508-34462DF2952D}" srcOrd="7" destOrd="0" presId="urn:microsoft.com/office/officeart/2008/layout/LinedList"/>
    <dgm:cxn modelId="{3533FC58-3A6E-4D6E-9459-55B01B840ABC}" type="presParOf" srcId="{F9A2AAD9-B530-4F1F-A508-34462DF2952D}" destId="{28E3C125-FB25-458C-839E-2185A725672E}" srcOrd="0" destOrd="0" presId="urn:microsoft.com/office/officeart/2008/layout/LinedList"/>
    <dgm:cxn modelId="{B6E3A23B-A1AB-4F83-981F-7789E2782284}" type="presParOf" srcId="{F9A2AAD9-B530-4F1F-A508-34462DF2952D}" destId="{44AAA70D-C932-47C7-8E16-B4D5B3150C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B0632-4F99-4689-B506-3038335B62F3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7FDAB-C298-474F-801D-F46A666273B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8B94A-A244-4F17-BCB4-C2FA71362AFF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Builds customer trust and business credibility.</a:t>
          </a:r>
        </a:p>
      </dsp:txBody>
      <dsp:txXfrm>
        <a:off x="1493203" y="552"/>
        <a:ext cx="6736396" cy="1292816"/>
      </dsp:txXfrm>
    </dsp:sp>
    <dsp:sp modelId="{DA728FFF-DF11-4788-9AE4-875438B5FAD8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45B5C-6BF2-43A4-92C3-5D70DBA8CCDB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BDCBB-D26C-4331-90BE-E2E95BCF3F5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Enhances compliance and governance.</a:t>
          </a:r>
        </a:p>
      </dsp:txBody>
      <dsp:txXfrm>
        <a:off x="1493203" y="1616573"/>
        <a:ext cx="6736396" cy="1292816"/>
      </dsp:txXfrm>
    </dsp:sp>
    <dsp:sp modelId="{07C3BF59-3F54-4D73-8DAA-E07F259AF63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CB3C2-BFAE-4B97-89DE-423673DB42A6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9A97-C10C-41F6-987F-097481200695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Reduces security risks and promotes continual improvement.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84776-D9F0-454F-8650-670CD56E2017}">
      <dsp:nvSpPr>
        <dsp:cNvPr id="0" name=""/>
        <dsp:cNvSpPr/>
      </dsp:nvSpPr>
      <dsp:spPr>
        <a:xfrm>
          <a:off x="2179745" y="491428"/>
          <a:ext cx="379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4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9232" y="535097"/>
        <a:ext cx="20503" cy="4100"/>
      </dsp:txXfrm>
    </dsp:sp>
    <dsp:sp modelId="{A6AE087C-59B9-469F-AEF6-53E586BD3130}">
      <dsp:nvSpPr>
        <dsp:cNvPr id="0" name=""/>
        <dsp:cNvSpPr/>
      </dsp:nvSpPr>
      <dsp:spPr>
        <a:xfrm>
          <a:off x="398599" y="2264"/>
          <a:ext cx="1782946" cy="1069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1. Gap Assessment</a:t>
          </a:r>
        </a:p>
      </dsp:txBody>
      <dsp:txXfrm>
        <a:off x="398599" y="2264"/>
        <a:ext cx="1782946" cy="1069767"/>
      </dsp:txXfrm>
    </dsp:sp>
    <dsp:sp modelId="{4507ED1E-2CE7-44DC-A901-26B4AF516690}">
      <dsp:nvSpPr>
        <dsp:cNvPr id="0" name=""/>
        <dsp:cNvSpPr/>
      </dsp:nvSpPr>
      <dsp:spPr>
        <a:xfrm>
          <a:off x="1290072" y="1070231"/>
          <a:ext cx="2193023" cy="379477"/>
        </a:xfrm>
        <a:custGeom>
          <a:avLst/>
          <a:gdLst/>
          <a:ahLst/>
          <a:cxnLst/>
          <a:rect l="0" t="0" r="0" b="0"/>
          <a:pathLst>
            <a:path>
              <a:moveTo>
                <a:pt x="2193023" y="0"/>
              </a:moveTo>
              <a:lnTo>
                <a:pt x="2193023" y="206838"/>
              </a:lnTo>
              <a:lnTo>
                <a:pt x="0" y="206838"/>
              </a:lnTo>
              <a:lnTo>
                <a:pt x="0" y="379477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0808" y="1257920"/>
        <a:ext cx="111551" cy="4100"/>
      </dsp:txXfrm>
    </dsp:sp>
    <dsp:sp modelId="{CDB91415-5BD4-4A30-B410-EF8597556A2E}">
      <dsp:nvSpPr>
        <dsp:cNvPr id="0" name=""/>
        <dsp:cNvSpPr/>
      </dsp:nvSpPr>
      <dsp:spPr>
        <a:xfrm>
          <a:off x="2591622" y="2264"/>
          <a:ext cx="1782946" cy="10697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2. Risk Assessment &amp; Treatment</a:t>
          </a:r>
        </a:p>
      </dsp:txBody>
      <dsp:txXfrm>
        <a:off x="2591622" y="2264"/>
        <a:ext cx="1782946" cy="1069767"/>
      </dsp:txXfrm>
    </dsp:sp>
    <dsp:sp modelId="{DB146727-1087-4646-8E51-36811F32A408}">
      <dsp:nvSpPr>
        <dsp:cNvPr id="0" name=""/>
        <dsp:cNvSpPr/>
      </dsp:nvSpPr>
      <dsp:spPr>
        <a:xfrm>
          <a:off x="2179745" y="1971273"/>
          <a:ext cx="379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477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9232" y="2014942"/>
        <a:ext cx="20503" cy="4100"/>
      </dsp:txXfrm>
    </dsp:sp>
    <dsp:sp modelId="{EFA95C95-4D5D-4CCF-A81E-3E02513687AC}">
      <dsp:nvSpPr>
        <dsp:cNvPr id="0" name=""/>
        <dsp:cNvSpPr/>
      </dsp:nvSpPr>
      <dsp:spPr>
        <a:xfrm>
          <a:off x="398599" y="1482109"/>
          <a:ext cx="1782946" cy="106976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3. Statement of Applicability (SoA)</a:t>
          </a:r>
        </a:p>
      </dsp:txBody>
      <dsp:txXfrm>
        <a:off x="398599" y="1482109"/>
        <a:ext cx="1782946" cy="1069767"/>
      </dsp:txXfrm>
    </dsp:sp>
    <dsp:sp modelId="{4D6C1760-5D6A-4E44-A2E3-6247533A71E9}">
      <dsp:nvSpPr>
        <dsp:cNvPr id="0" name=""/>
        <dsp:cNvSpPr/>
      </dsp:nvSpPr>
      <dsp:spPr>
        <a:xfrm>
          <a:off x="1290072" y="2550077"/>
          <a:ext cx="2193023" cy="379477"/>
        </a:xfrm>
        <a:custGeom>
          <a:avLst/>
          <a:gdLst/>
          <a:ahLst/>
          <a:cxnLst/>
          <a:rect l="0" t="0" r="0" b="0"/>
          <a:pathLst>
            <a:path>
              <a:moveTo>
                <a:pt x="2193023" y="0"/>
              </a:moveTo>
              <a:lnTo>
                <a:pt x="2193023" y="206838"/>
              </a:lnTo>
              <a:lnTo>
                <a:pt x="0" y="206838"/>
              </a:lnTo>
              <a:lnTo>
                <a:pt x="0" y="379477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0808" y="2737765"/>
        <a:ext cx="111551" cy="4100"/>
      </dsp:txXfrm>
    </dsp:sp>
    <dsp:sp modelId="{FCA84246-0484-4D5B-9474-E72C13CA965E}">
      <dsp:nvSpPr>
        <dsp:cNvPr id="0" name=""/>
        <dsp:cNvSpPr/>
      </dsp:nvSpPr>
      <dsp:spPr>
        <a:xfrm>
          <a:off x="2591622" y="1482109"/>
          <a:ext cx="1782946" cy="10697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4. Policies &amp; Procedures</a:t>
          </a:r>
        </a:p>
      </dsp:txBody>
      <dsp:txXfrm>
        <a:off x="2591622" y="1482109"/>
        <a:ext cx="1782946" cy="1069767"/>
      </dsp:txXfrm>
    </dsp:sp>
    <dsp:sp modelId="{B89584C8-7E28-4117-90CF-70936E12D2CA}">
      <dsp:nvSpPr>
        <dsp:cNvPr id="0" name=""/>
        <dsp:cNvSpPr/>
      </dsp:nvSpPr>
      <dsp:spPr>
        <a:xfrm>
          <a:off x="2179745" y="3451118"/>
          <a:ext cx="379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477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9232" y="3494788"/>
        <a:ext cx="20503" cy="4100"/>
      </dsp:txXfrm>
    </dsp:sp>
    <dsp:sp modelId="{351AA7C8-76FD-4E3A-837D-4FD422FF3C28}">
      <dsp:nvSpPr>
        <dsp:cNvPr id="0" name=""/>
        <dsp:cNvSpPr/>
      </dsp:nvSpPr>
      <dsp:spPr>
        <a:xfrm>
          <a:off x="398599" y="2961954"/>
          <a:ext cx="1782946" cy="106976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5. Internal Audit</a:t>
          </a:r>
        </a:p>
      </dsp:txBody>
      <dsp:txXfrm>
        <a:off x="398599" y="2961954"/>
        <a:ext cx="1782946" cy="1069767"/>
      </dsp:txXfrm>
    </dsp:sp>
    <dsp:sp modelId="{1F18A26F-C75A-49F5-8300-D2E7973C3B8B}">
      <dsp:nvSpPr>
        <dsp:cNvPr id="0" name=""/>
        <dsp:cNvSpPr/>
      </dsp:nvSpPr>
      <dsp:spPr>
        <a:xfrm>
          <a:off x="1290072" y="4029922"/>
          <a:ext cx="2193023" cy="379477"/>
        </a:xfrm>
        <a:custGeom>
          <a:avLst/>
          <a:gdLst/>
          <a:ahLst/>
          <a:cxnLst/>
          <a:rect l="0" t="0" r="0" b="0"/>
          <a:pathLst>
            <a:path>
              <a:moveTo>
                <a:pt x="2193023" y="0"/>
              </a:moveTo>
              <a:lnTo>
                <a:pt x="2193023" y="206838"/>
              </a:lnTo>
              <a:lnTo>
                <a:pt x="0" y="206838"/>
              </a:lnTo>
              <a:lnTo>
                <a:pt x="0" y="37947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0808" y="4217610"/>
        <a:ext cx="111551" cy="4100"/>
      </dsp:txXfrm>
    </dsp:sp>
    <dsp:sp modelId="{FAABA293-3A00-4891-859F-B988DC09F8C0}">
      <dsp:nvSpPr>
        <dsp:cNvPr id="0" name=""/>
        <dsp:cNvSpPr/>
      </dsp:nvSpPr>
      <dsp:spPr>
        <a:xfrm>
          <a:off x="2591622" y="2961954"/>
          <a:ext cx="1782946" cy="1069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6. Management Review</a:t>
          </a:r>
        </a:p>
      </dsp:txBody>
      <dsp:txXfrm>
        <a:off x="2591622" y="2961954"/>
        <a:ext cx="1782946" cy="1069767"/>
      </dsp:txXfrm>
    </dsp:sp>
    <dsp:sp modelId="{D00DC268-97D2-4F90-A840-8F64F75945CF}">
      <dsp:nvSpPr>
        <dsp:cNvPr id="0" name=""/>
        <dsp:cNvSpPr/>
      </dsp:nvSpPr>
      <dsp:spPr>
        <a:xfrm>
          <a:off x="398599" y="4441800"/>
          <a:ext cx="1782946" cy="10697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6" tIns="91706" rIns="87366" bIns="9170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7. Continual Improvement</a:t>
          </a:r>
        </a:p>
      </dsp:txBody>
      <dsp:txXfrm>
        <a:off x="398599" y="4441800"/>
        <a:ext cx="1782946" cy="10697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3441F-C8F7-46D9-A0E6-910C0A5BEC1C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36046-B962-472F-870F-7A70DDCFFFB0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Stronger governance – clear roles and accountability.</a:t>
          </a:r>
        </a:p>
      </dsp:txBody>
      <dsp:txXfrm>
        <a:off x="0" y="0"/>
        <a:ext cx="8229600" cy="1131490"/>
      </dsp:txXfrm>
    </dsp:sp>
    <dsp:sp modelId="{4E5EBD83-BB1A-416A-9C43-7A1766E39E03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4CBF3-A2C7-442F-9B12-22D840BEABFB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Stronger risk management – systematic risk mitigation.</a:t>
          </a:r>
        </a:p>
      </dsp:txBody>
      <dsp:txXfrm>
        <a:off x="0" y="1131490"/>
        <a:ext cx="8229600" cy="1131490"/>
      </dsp:txXfrm>
    </dsp:sp>
    <dsp:sp modelId="{0BF5E821-2260-4F96-AE12-49F95B1F3E0A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7702D-773B-4731-95A8-8488A22D76DA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Higher staff awareness – improved security culture.</a:t>
          </a:r>
        </a:p>
      </dsp:txBody>
      <dsp:txXfrm>
        <a:off x="0" y="2262981"/>
        <a:ext cx="8229600" cy="1131490"/>
      </dsp:txXfrm>
    </dsp:sp>
    <dsp:sp modelId="{6E5EA1A9-95A8-40DF-B586-6572966C7C1D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3C125-FB25-458C-839E-2185A725672E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Improved resilience and compliance – better recovery and adherence.</a:t>
          </a:r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706" y="679731"/>
            <a:ext cx="3128996" cy="373654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dirty="0"/>
              <a:t>ISO/IEC 27001:2022 Implementation Project – &lt;Organization Name&gt;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705" y="4685288"/>
            <a:ext cx="3343355" cy="103578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 dirty="0"/>
              <a:t>Prepared by : IT23151710 – Aazaf Ritha</a:t>
            </a:r>
          </a:p>
          <a:p>
            <a:pPr algn="l">
              <a:lnSpc>
                <a:spcPct val="90000"/>
              </a:lnSpc>
            </a:pPr>
            <a:r>
              <a:rPr lang="en-US" sz="1600" dirty="0"/>
              <a:t>Module: IE3102 – Enterprise Standards for Information Security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948" y="269324"/>
            <a:ext cx="4587584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The Crucial Role of ISO 27001 Certification in Managing Risk in the  Technology Industry | 8iSoft">
            <a:extLst>
              <a:ext uri="{FF2B5EF4-FFF2-40B4-BE49-F238E27FC236}">
                <a16:creationId xmlns:a16="http://schemas.microsoft.com/office/drawing/2014/main" id="{48A1D8CE-D8D7-650F-5DF2-FBEE406F4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0429" y="1208669"/>
            <a:ext cx="4206622" cy="433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959556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ISO/IEC 27001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958549" cy="3979585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ISO 27001 defines an international framework for managing information security.</a:t>
            </a:r>
          </a:p>
          <a:p>
            <a:r>
              <a:rPr lang="en-US" sz="2400" dirty="0"/>
              <a:t>Focus: confidentiality, integrity, and availability of data.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the CIA Triad in Cyber Security ...">
            <a:extLst>
              <a:ext uri="{FF2B5EF4-FFF2-40B4-BE49-F238E27FC236}">
                <a16:creationId xmlns:a16="http://schemas.microsoft.com/office/drawing/2014/main" id="{BD706F50-5285-A36A-2561-DBEB7D244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9403" y="581892"/>
            <a:ext cx="2904402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The Crucial Role of ISO 27001 Certification in Managing Risk in the  Technology Industry | 8iSoft">
            <a:extLst>
              <a:ext uri="{FF2B5EF4-FFF2-40B4-BE49-F238E27FC236}">
                <a16:creationId xmlns:a16="http://schemas.microsoft.com/office/drawing/2014/main" id="{B0F90008-A5D5-6E1B-5AD5-C15949186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7436" y="3707894"/>
            <a:ext cx="2446938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Purpose of the Standard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510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800" dirty="0"/>
              <a:t>Provides a structure to manage and protect information assets.</a:t>
            </a:r>
          </a:p>
          <a:p>
            <a:r>
              <a:rPr lang="en-US" sz="2800" dirty="0"/>
              <a:t>Ensures risk-based control implementation and supports certification readiness.</a:t>
            </a:r>
          </a:p>
        </p:txBody>
      </p:sp>
      <p:pic>
        <p:nvPicPr>
          <p:cNvPr id="4" name="Picture 2" descr="ISO 27001 Certification Success ...">
            <a:extLst>
              <a:ext uri="{FF2B5EF4-FFF2-40B4-BE49-F238E27FC236}">
                <a16:creationId xmlns:a16="http://schemas.microsoft.com/office/drawing/2014/main" id="{77E26E88-1A54-313C-263B-63B8057FA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5089669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FCDD70-27E4-5A9C-27BC-AB3ABF7E3686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98CAD9-059B-D581-A713-8F30AD2076F5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ISO/IEC 27001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912BF75-8792-CA48-47B8-8E43C86827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Objective: Implement ISO 27001:2022 ISMS at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&lt;Organization&gt;.</a:t>
            </a:r>
          </a:p>
          <a:p>
            <a:r>
              <a:rPr lang="en-US" sz="2800" dirty="0"/>
              <a:t>Focus: documentation, gap, risk management, audits, improvement.</a:t>
            </a:r>
          </a:p>
          <a:p>
            <a:r>
              <a:rPr lang="en-US" sz="2800" dirty="0"/>
              <a:t>Duration: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&lt;Start – End Month, Year&gt;.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6" name="Rectangle 514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959556" cy="1128068"/>
          </a:xfrm>
        </p:spPr>
        <p:txBody>
          <a:bodyPr anchor="ctr">
            <a:normAutofit/>
          </a:bodyPr>
          <a:lstStyle/>
          <a:p>
            <a:r>
              <a:rPr lang="en-US" sz="3500"/>
              <a:t>Objectives</a:t>
            </a:r>
          </a:p>
        </p:txBody>
      </p:sp>
      <p:grpSp>
        <p:nvGrpSpPr>
          <p:cNvPr id="5148" name="Group 514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5149" name="Rectangle 514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0" name="Rectangle 514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958549" cy="3979585"/>
          </a:xfrm>
        </p:spPr>
        <p:txBody>
          <a:bodyPr anchor="ctr">
            <a:normAutofit/>
          </a:bodyPr>
          <a:lstStyle/>
          <a:p>
            <a:r>
              <a:rPr lang="en-US" sz="2400" dirty="0"/>
              <a:t>Establish a compliant ISMS.</a:t>
            </a:r>
          </a:p>
          <a:p>
            <a:r>
              <a:rPr lang="en-US" sz="2400" dirty="0"/>
              <a:t>Protect information assets and reduce risks.</a:t>
            </a:r>
          </a:p>
          <a:p>
            <a:r>
              <a:rPr lang="en-US" sz="2400" dirty="0"/>
              <a:t>Enhance awareness and accountability.</a:t>
            </a:r>
          </a:p>
        </p:txBody>
      </p:sp>
      <p:sp>
        <p:nvSpPr>
          <p:cNvPr id="5154" name="Rectangle 515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Reducing Technical Risk with AndPlus">
            <a:extLst>
              <a:ext uri="{FF2B5EF4-FFF2-40B4-BE49-F238E27FC236}">
                <a16:creationId xmlns:a16="http://schemas.microsoft.com/office/drawing/2014/main" id="{CC88ADDF-CA90-0F9D-E67C-CD53A486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4788" y="581892"/>
            <a:ext cx="3173632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8" name="Rectangle 515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red gradient concept icon Vector Image">
            <a:extLst>
              <a:ext uri="{FF2B5EF4-FFF2-40B4-BE49-F238E27FC236}">
                <a16:creationId xmlns:a16="http://schemas.microsoft.com/office/drawing/2014/main" id="{6C34985E-9CDC-F1E1-BF8A-4AFB65BF7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652" r="16030" b="15836"/>
          <a:stretch>
            <a:fillRect/>
          </a:stretch>
        </p:blipFill>
        <p:spPr bwMode="auto">
          <a:xfrm>
            <a:off x="5573742" y="3707894"/>
            <a:ext cx="2774327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752996"/>
            <a:ext cx="7455989" cy="1596935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Covers departments, processes, and systems under ISMS.</a:t>
            </a:r>
          </a:p>
          <a:p>
            <a:r>
              <a:rPr lang="en-US" sz="2400" dirty="0"/>
              <a:t>Includes people, processes, and technology handling organizational data.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What Is ISO 27001? | Akamai">
            <a:extLst>
              <a:ext uri="{FF2B5EF4-FFF2-40B4-BE49-F238E27FC236}">
                <a16:creationId xmlns:a16="http://schemas.microsoft.com/office/drawing/2014/main" id="{9923B8F5-35B3-02C0-42C5-29AAD4131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4" r="14898" b="12006"/>
          <a:stretch>
            <a:fillRect/>
          </a:stretch>
        </p:blipFill>
        <p:spPr bwMode="auto">
          <a:xfrm>
            <a:off x="2617127" y="4194261"/>
            <a:ext cx="3788228" cy="266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7B76534-5382-002E-F152-E01557E3C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36291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8C1021C-B3EE-9CFC-4400-E9A3E0D83A30}"/>
              </a:ext>
            </a:extLst>
          </p:cNvPr>
          <p:cNvSpPr/>
          <p:nvPr/>
        </p:nvSpPr>
        <p:spPr>
          <a:xfrm>
            <a:off x="121673" y="4572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000" dirty="0"/>
              <a:t>Implementation Phases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265"/>
            <a:ext cx="2292469" cy="2909296"/>
          </a:xfrm>
        </p:spPr>
        <p:txBody>
          <a:bodyPr anchor="t">
            <a:normAutofit/>
          </a:bodyPr>
          <a:lstStyle/>
          <a:p>
            <a:r>
              <a:rPr lang="en-US" sz="2800" dirty="0"/>
              <a:t>Documents Developed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CD8E7C-C23B-A3B9-B18A-838AED8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0566" y="753376"/>
            <a:ext cx="4995772" cy="5434637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ISMS Scope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Policy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Risk Methodology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Risk Register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SOA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/>
                <a:ea typeface="Open Sauce Light"/>
                <a:cs typeface="Open Sauce Light"/>
                <a:sym typeface="Open Sauce Light"/>
              </a:rPr>
              <a:t>Access Control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spc="47" dirty="0">
                <a:latin typeface="Open Sauce Light" panose="020B0604020202020204" charset="0"/>
                <a:ea typeface="Open Sauce Light"/>
                <a:cs typeface="Open Sauce Light"/>
                <a:sym typeface="Open Sauce Light"/>
              </a:rPr>
              <a:t>Backup &amp; </a:t>
            </a:r>
            <a:r>
              <a:rPr lang="en-US" sz="1700" dirty="0">
                <a:latin typeface="Open Sauce Light" panose="020B0604020202020204" charset="0"/>
              </a:rPr>
              <a:t>Recovery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Supplier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Incident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Audit Plan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Checklists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Review minutes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700" dirty="0">
                <a:latin typeface="Open Sauce Light" panose="020B0604020202020204" charset="0"/>
              </a:rPr>
              <a:t>Corrective &amp; improvement logs </a:t>
            </a:r>
          </a:p>
          <a:p>
            <a:pPr marL="0" indent="0">
              <a:buNone/>
            </a:pPr>
            <a:r>
              <a:rPr lang="en-US" sz="1700" dirty="0">
                <a:latin typeface="Open Sauce Light" panose="020B0604020202020204" charset="0"/>
              </a:rPr>
              <a:t> </a:t>
            </a:r>
            <a:endParaRPr lang="en-US" sz="1700" spc="47" dirty="0"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endParaRPr lang="en-US" sz="1700" spc="47" dirty="0"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1700" dirty="0">
              <a:latin typeface="Open Sauce Light" panose="020B0604020202020204" charset="0"/>
            </a:endParaRPr>
          </a:p>
        </p:txBody>
      </p:sp>
      <p:pic>
        <p:nvPicPr>
          <p:cNvPr id="7172" name="Picture 4" descr="685+ Thousand Documents Contract ...">
            <a:extLst>
              <a:ext uri="{FF2B5EF4-FFF2-40B4-BE49-F238E27FC236}">
                <a16:creationId xmlns:a16="http://schemas.microsoft.com/office/drawing/2014/main" id="{5890584E-F6DF-3043-D0B4-6D65108A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" y="4943475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5F4EF07-20EE-5EF3-A592-4B3198C1C825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E750EB-93D3-2710-07DB-E39E9C4660FD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SoA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 identified, analyzed, and treated.</a:t>
            </a:r>
          </a:p>
          <a:p>
            <a:r>
              <a:t>SoA justified control selection across domains (A.5–A.8).</a:t>
            </a:r>
          </a:p>
        </p:txBody>
      </p:sp>
      <p:pic>
        <p:nvPicPr>
          <p:cNvPr id="8194" name="Picture 2" descr="ISO 27001 controls | What are the ...">
            <a:extLst>
              <a:ext uri="{FF2B5EF4-FFF2-40B4-BE49-F238E27FC236}">
                <a16:creationId xmlns:a16="http://schemas.microsoft.com/office/drawing/2014/main" id="{36C21FC3-551D-7A72-3E68-EFB0FCCAE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6" y="3208565"/>
            <a:ext cx="4357007" cy="305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256D4D9-8956-5A2D-DB5D-F97733FC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419" y="4190749"/>
            <a:ext cx="3921581" cy="266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PDCA 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Plan – Identify risks and define objectives.</a:t>
            </a:r>
          </a:p>
          <a:p>
            <a:r>
              <a:rPr lang="en-US" sz="1600"/>
              <a:t>Do – Implement controls and train staff.</a:t>
            </a:r>
          </a:p>
          <a:p>
            <a:r>
              <a:rPr lang="en-US" sz="1600"/>
              <a:t>Check – Audit, monitor, and review ISMS.</a:t>
            </a:r>
          </a:p>
          <a:p>
            <a:r>
              <a:rPr lang="en-US" sz="1600"/>
              <a:t>Act – Correct and continually improve.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Easy ISO 27001 PDCA Guide: Step by Step">
            <a:extLst>
              <a:ext uri="{FF2B5EF4-FFF2-40B4-BE49-F238E27FC236}">
                <a16:creationId xmlns:a16="http://schemas.microsoft.com/office/drawing/2014/main" id="{4841267B-C5E1-2946-F5BD-336F8F45B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2594" y="1729684"/>
            <a:ext cx="4638730" cy="3479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FE7445-7CFC-CC3A-02EA-428A3E1E5405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Internal Audit &amp; Management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183366"/>
            <a:ext cx="7455989" cy="3958814"/>
          </a:xfrm>
        </p:spPr>
        <p:txBody>
          <a:bodyPr anchor="ctr">
            <a:normAutofit/>
          </a:bodyPr>
          <a:lstStyle/>
          <a:p>
            <a:r>
              <a:rPr lang="en-US" dirty="0"/>
              <a:t>Internal audit verified control implementation.</a:t>
            </a:r>
          </a:p>
          <a:p>
            <a:r>
              <a:rPr lang="en-US" dirty="0"/>
              <a:t>Management review confirmed ISMS effectiveness and resource adequacy.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C0285-210C-201A-0800-E8589DF54A2E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819232-5994-1B8D-CEDC-93C6ECBF5C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DC8AF2-FEB1-4F14-8B39-C9E395845A2A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24" name="Picture 8" descr="Free business and finance icons">
            <a:extLst>
              <a:ext uri="{FF2B5EF4-FFF2-40B4-BE49-F238E27FC236}">
                <a16:creationId xmlns:a16="http://schemas.microsoft.com/office/drawing/2014/main" id="{6F0069BF-9BA3-E892-C115-EFAEF6BC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942" y="3181942"/>
            <a:ext cx="3676058" cy="367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144" y="1127192"/>
            <a:ext cx="5866622" cy="731458"/>
          </a:xfrm>
        </p:spPr>
        <p:txBody>
          <a:bodyPr anchor="t">
            <a:normAutofit/>
          </a:bodyPr>
          <a:lstStyle/>
          <a:p>
            <a:r>
              <a:rPr lang="en-US" sz="3600" b="1" dirty="0"/>
              <a:t>Challenges &amp; Lessons Learned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CD8E7C-C23B-A3B9-B18A-838AED8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856" y="2183362"/>
            <a:ext cx="5639978" cy="3984197"/>
          </a:xfrm>
        </p:spPr>
        <p:txBody>
          <a:bodyPr>
            <a:normAutofit/>
          </a:bodyPr>
          <a:lstStyle/>
          <a:p>
            <a:r>
              <a:rPr lang="en-US" dirty="0"/>
              <a:t>Challenges: Limited awareness, resource gaps.</a:t>
            </a:r>
          </a:p>
          <a:p>
            <a:r>
              <a:rPr lang="en-US" dirty="0"/>
              <a:t>Lessons: Awareness training improved adoption; phased rollout ensured success.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87E102-04E5-6932-5B66-CFCB6BF334B2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ISMS fully implemented and operational.</a:t>
            </a:r>
          </a:p>
          <a:p>
            <a:r>
              <a:t>Organization ready for ISO 27001 certification.</a:t>
            </a:r>
          </a:p>
          <a:p>
            <a:r>
              <a:t>Next: Maintain audits, training, and certification process.</a:t>
            </a:r>
          </a:p>
        </p:txBody>
      </p:sp>
      <p:pic>
        <p:nvPicPr>
          <p:cNvPr id="10242" name="Picture 2" descr="Red Icons – Free Download SVG, PNG, GIF">
            <a:extLst>
              <a:ext uri="{FF2B5EF4-FFF2-40B4-BE49-F238E27FC236}">
                <a16:creationId xmlns:a16="http://schemas.microsoft.com/office/drawing/2014/main" id="{84AF8340-43EC-F3EE-5D5C-B6A7D3882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4520EE-0F73-A7B3-30A8-24805B2C86B2}"/>
              </a:ext>
            </a:extLst>
          </p:cNvPr>
          <p:cNvSpPr/>
          <p:nvPr/>
        </p:nvSpPr>
        <p:spPr>
          <a:xfrm>
            <a:off x="8054462" y="0"/>
            <a:ext cx="881365" cy="6858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72955" y="1122302"/>
            <a:ext cx="5370815" cy="5735697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5"/>
          <a:stretch/>
        </p:blipFill>
        <p:spPr>
          <a:xfrm flipH="1">
            <a:off x="0" y="1122301"/>
            <a:ext cx="9144000" cy="575052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3B7BC2-7B62-56C7-F066-558C6CA9E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030" y="3060442"/>
            <a:ext cx="3604268" cy="3321698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solidFill>
                  <a:schemeClr val="tx1"/>
                </a:solidFill>
                <a:ea typeface="+mn-ea"/>
                <a:cs typeface="+mn-cs"/>
              </a:rPr>
              <a:t>Thank You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800" spc="271" dirty="0">
                <a:solidFill>
                  <a:schemeClr val="tx1"/>
                </a:solidFill>
                <a:ea typeface="Open Sauce"/>
                <a:cs typeface="Open Sauce"/>
                <a:sym typeface="Open Sauce"/>
              </a:rPr>
              <a:t>ISO/IEC 27001: 2022 Implementation &lt;Organization&gt;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800" kern="12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17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441" y="1608355"/>
            <a:ext cx="4570559" cy="5249645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Picture 2" descr="The Crucial Role of ISO 27001 Certification in Managing Risk in the  Technology Industry | 8iSoft">
            <a:extLst>
              <a:ext uri="{FF2B5EF4-FFF2-40B4-BE49-F238E27FC236}">
                <a16:creationId xmlns:a16="http://schemas.microsoft.com/office/drawing/2014/main" id="{6119484E-0276-30BC-304B-D48727D7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4681" y="2657317"/>
            <a:ext cx="3463967" cy="356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423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Open Sauce</vt:lpstr>
      <vt:lpstr>Open Sauce Light</vt:lpstr>
      <vt:lpstr>Office Theme</vt:lpstr>
      <vt:lpstr>ISO/IEC 27001:2022 Implementation Project – &lt;Organization Name&gt;</vt:lpstr>
      <vt:lpstr>ISO/IEC 27001</vt:lpstr>
      <vt:lpstr>Purpose of the Standard</vt:lpstr>
      <vt:lpstr>Benefits of ISO/IEC 27001</vt:lpstr>
      <vt:lpstr>Project Overview</vt:lpstr>
      <vt:lpstr>Objectives</vt:lpstr>
      <vt:lpstr>Scope</vt:lpstr>
      <vt:lpstr>Implementation Phases</vt:lpstr>
      <vt:lpstr>Documents Developed</vt:lpstr>
      <vt:lpstr>Risk Assessment &amp; SoA</vt:lpstr>
      <vt:lpstr>PDCA Cycle</vt:lpstr>
      <vt:lpstr>Internal Audit &amp; Management Review</vt:lpstr>
      <vt:lpstr>Key Benefits</vt:lpstr>
      <vt:lpstr>Challenges &amp; Lessons Learned</vt:lpstr>
      <vt:lpstr>Results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Aazaf Ritha</dc:creator>
  <cp:keywords/>
  <dc:description>generated using python-pptx</dc:description>
  <cp:lastModifiedBy>AAZAF RITHA.J it23151710</cp:lastModifiedBy>
  <cp:revision>2</cp:revision>
  <dcterms:created xsi:type="dcterms:W3CDTF">2013-01-27T09:14:16Z</dcterms:created>
  <dcterms:modified xsi:type="dcterms:W3CDTF">2025-10-14T15:47:24Z</dcterms:modified>
  <cp:category/>
</cp:coreProperties>
</file>